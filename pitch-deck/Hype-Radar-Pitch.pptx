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16x9"/>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550333" rtl="0" fontAlgn="auto" latinLnBrk="0" hangingPunct="0">
      <a:lnSpc>
        <a:spcPct val="100000"/>
      </a:lnSpc>
      <a:spcBef>
        <a:spcPts val="3900"/>
      </a:spcBef>
      <a:spcAft>
        <a:spcPts val="0"/>
      </a:spcAft>
      <a:buClrTx/>
      <a:buSzTx/>
      <a:buFontTx/>
      <a:buNone/>
      <a:tabLst/>
      <a:defRPr b="0" baseline="0" cap="none" i="0" spc="0" strike="noStrike" sz="3200" u="none" kumimoji="0" normalizeH="0">
        <a:ln>
          <a:noFill/>
        </a:ln>
        <a:solidFill>
          <a:srgbClr val="FFFFFF"/>
        </a:solidFill>
        <a:effectLst/>
        <a:uFillTx/>
        <a:latin typeface="Helvetica Neue"/>
        <a:ea typeface="Helvetica Neue"/>
        <a:cs typeface="Helvetica Neue"/>
        <a:sym typeface="Helvetica Neue"/>
      </a:defRPr>
    </a:lvl1pPr>
    <a:lvl2pPr marL="0" marR="0" indent="0" algn="l" defTabSz="550333" rtl="0" fontAlgn="auto" latinLnBrk="0" hangingPunct="0">
      <a:lnSpc>
        <a:spcPct val="100000"/>
      </a:lnSpc>
      <a:spcBef>
        <a:spcPts val="3900"/>
      </a:spcBef>
      <a:spcAft>
        <a:spcPts val="0"/>
      </a:spcAft>
      <a:buClrTx/>
      <a:buSzTx/>
      <a:buFontTx/>
      <a:buNone/>
      <a:tabLst/>
      <a:defRPr b="0" baseline="0" cap="none" i="0" spc="0" strike="noStrike" sz="3200" u="none" kumimoji="0" normalizeH="0">
        <a:ln>
          <a:noFill/>
        </a:ln>
        <a:solidFill>
          <a:srgbClr val="FFFFFF"/>
        </a:solidFill>
        <a:effectLst/>
        <a:uFillTx/>
        <a:latin typeface="Helvetica Neue"/>
        <a:ea typeface="Helvetica Neue"/>
        <a:cs typeface="Helvetica Neue"/>
        <a:sym typeface="Helvetica Neue"/>
      </a:defRPr>
    </a:lvl2pPr>
    <a:lvl3pPr marL="0" marR="0" indent="0" algn="l" defTabSz="550333" rtl="0" fontAlgn="auto" latinLnBrk="0" hangingPunct="0">
      <a:lnSpc>
        <a:spcPct val="100000"/>
      </a:lnSpc>
      <a:spcBef>
        <a:spcPts val="3900"/>
      </a:spcBef>
      <a:spcAft>
        <a:spcPts val="0"/>
      </a:spcAft>
      <a:buClrTx/>
      <a:buSzTx/>
      <a:buFontTx/>
      <a:buNone/>
      <a:tabLst/>
      <a:defRPr b="0" baseline="0" cap="none" i="0" spc="0" strike="noStrike" sz="3200" u="none" kumimoji="0" normalizeH="0">
        <a:ln>
          <a:noFill/>
        </a:ln>
        <a:solidFill>
          <a:srgbClr val="FFFFFF"/>
        </a:solidFill>
        <a:effectLst/>
        <a:uFillTx/>
        <a:latin typeface="Helvetica Neue"/>
        <a:ea typeface="Helvetica Neue"/>
        <a:cs typeface="Helvetica Neue"/>
        <a:sym typeface="Helvetica Neue"/>
      </a:defRPr>
    </a:lvl3pPr>
    <a:lvl4pPr marL="0" marR="0" indent="0" algn="l" defTabSz="550333" rtl="0" fontAlgn="auto" latinLnBrk="0" hangingPunct="0">
      <a:lnSpc>
        <a:spcPct val="100000"/>
      </a:lnSpc>
      <a:spcBef>
        <a:spcPts val="3900"/>
      </a:spcBef>
      <a:spcAft>
        <a:spcPts val="0"/>
      </a:spcAft>
      <a:buClrTx/>
      <a:buSzTx/>
      <a:buFontTx/>
      <a:buNone/>
      <a:tabLst/>
      <a:defRPr b="0" baseline="0" cap="none" i="0" spc="0" strike="noStrike" sz="3200" u="none" kumimoji="0" normalizeH="0">
        <a:ln>
          <a:noFill/>
        </a:ln>
        <a:solidFill>
          <a:srgbClr val="FFFFFF"/>
        </a:solidFill>
        <a:effectLst/>
        <a:uFillTx/>
        <a:latin typeface="Helvetica Neue"/>
        <a:ea typeface="Helvetica Neue"/>
        <a:cs typeface="Helvetica Neue"/>
        <a:sym typeface="Helvetica Neue"/>
      </a:defRPr>
    </a:lvl4pPr>
    <a:lvl5pPr marL="0" marR="0" indent="0" algn="l" defTabSz="550333" rtl="0" fontAlgn="auto" latinLnBrk="0" hangingPunct="0">
      <a:lnSpc>
        <a:spcPct val="100000"/>
      </a:lnSpc>
      <a:spcBef>
        <a:spcPts val="3900"/>
      </a:spcBef>
      <a:spcAft>
        <a:spcPts val="0"/>
      </a:spcAft>
      <a:buClrTx/>
      <a:buSzTx/>
      <a:buFontTx/>
      <a:buNone/>
      <a:tabLst/>
      <a:defRPr b="0" baseline="0" cap="none" i="0" spc="0" strike="noStrike" sz="3200" u="none" kumimoji="0" normalizeH="0">
        <a:ln>
          <a:noFill/>
        </a:ln>
        <a:solidFill>
          <a:srgbClr val="FFFFFF"/>
        </a:solidFill>
        <a:effectLst/>
        <a:uFillTx/>
        <a:latin typeface="Helvetica Neue"/>
        <a:ea typeface="Helvetica Neue"/>
        <a:cs typeface="Helvetica Neue"/>
        <a:sym typeface="Helvetica Neue"/>
      </a:defRPr>
    </a:lvl5pPr>
    <a:lvl6pPr marL="0" marR="0" indent="0" algn="l" defTabSz="550333" rtl="0" fontAlgn="auto" latinLnBrk="0" hangingPunct="0">
      <a:lnSpc>
        <a:spcPct val="100000"/>
      </a:lnSpc>
      <a:spcBef>
        <a:spcPts val="3900"/>
      </a:spcBef>
      <a:spcAft>
        <a:spcPts val="0"/>
      </a:spcAft>
      <a:buClrTx/>
      <a:buSzTx/>
      <a:buFontTx/>
      <a:buNone/>
      <a:tabLst/>
      <a:defRPr b="0" baseline="0" cap="none" i="0" spc="0" strike="noStrike" sz="3200" u="none" kumimoji="0" normalizeH="0">
        <a:ln>
          <a:noFill/>
        </a:ln>
        <a:solidFill>
          <a:srgbClr val="FFFFFF"/>
        </a:solidFill>
        <a:effectLst/>
        <a:uFillTx/>
        <a:latin typeface="Helvetica Neue"/>
        <a:ea typeface="Helvetica Neue"/>
        <a:cs typeface="Helvetica Neue"/>
        <a:sym typeface="Helvetica Neue"/>
      </a:defRPr>
    </a:lvl6pPr>
    <a:lvl7pPr marL="0" marR="0" indent="0" algn="l" defTabSz="550333" rtl="0" fontAlgn="auto" latinLnBrk="0" hangingPunct="0">
      <a:lnSpc>
        <a:spcPct val="100000"/>
      </a:lnSpc>
      <a:spcBef>
        <a:spcPts val="3900"/>
      </a:spcBef>
      <a:spcAft>
        <a:spcPts val="0"/>
      </a:spcAft>
      <a:buClrTx/>
      <a:buSzTx/>
      <a:buFontTx/>
      <a:buNone/>
      <a:tabLst/>
      <a:defRPr b="0" baseline="0" cap="none" i="0" spc="0" strike="noStrike" sz="3200" u="none" kumimoji="0" normalizeH="0">
        <a:ln>
          <a:noFill/>
        </a:ln>
        <a:solidFill>
          <a:srgbClr val="FFFFFF"/>
        </a:solidFill>
        <a:effectLst/>
        <a:uFillTx/>
        <a:latin typeface="Helvetica Neue"/>
        <a:ea typeface="Helvetica Neue"/>
        <a:cs typeface="Helvetica Neue"/>
        <a:sym typeface="Helvetica Neue"/>
      </a:defRPr>
    </a:lvl7pPr>
    <a:lvl8pPr marL="0" marR="0" indent="0" algn="l" defTabSz="550333" rtl="0" fontAlgn="auto" latinLnBrk="0" hangingPunct="0">
      <a:lnSpc>
        <a:spcPct val="100000"/>
      </a:lnSpc>
      <a:spcBef>
        <a:spcPts val="3900"/>
      </a:spcBef>
      <a:spcAft>
        <a:spcPts val="0"/>
      </a:spcAft>
      <a:buClrTx/>
      <a:buSzTx/>
      <a:buFontTx/>
      <a:buNone/>
      <a:tabLst/>
      <a:defRPr b="0" baseline="0" cap="none" i="0" spc="0" strike="noStrike" sz="3200" u="none" kumimoji="0" normalizeH="0">
        <a:ln>
          <a:noFill/>
        </a:ln>
        <a:solidFill>
          <a:srgbClr val="FFFFFF"/>
        </a:solidFill>
        <a:effectLst/>
        <a:uFillTx/>
        <a:latin typeface="Helvetica Neue"/>
        <a:ea typeface="Helvetica Neue"/>
        <a:cs typeface="Helvetica Neue"/>
        <a:sym typeface="Helvetica Neue"/>
      </a:defRPr>
    </a:lvl8pPr>
    <a:lvl9pPr marL="0" marR="0" indent="0" algn="l" defTabSz="550333" rtl="0" fontAlgn="auto" latinLnBrk="0" hangingPunct="0">
      <a:lnSpc>
        <a:spcPct val="100000"/>
      </a:lnSpc>
      <a:spcBef>
        <a:spcPts val="3900"/>
      </a:spcBef>
      <a:spcAft>
        <a:spcPts val="0"/>
      </a:spcAft>
      <a:buClrTx/>
      <a:buSzTx/>
      <a:buFontTx/>
      <a:buNone/>
      <a:tabLst/>
      <a:defRPr b="0" baseline="0" cap="none" i="0" spc="0" strike="noStrike" sz="3200" u="none" kumimoji="0" normalizeH="0">
        <a:ln>
          <a:noFill/>
        </a:ln>
        <a:solidFill>
          <a:srgbClr val="FFFFFF"/>
        </a:solidFill>
        <a:effectLst/>
        <a:uFillTx/>
        <a:latin typeface="Helvetica Neue"/>
        <a:ea typeface="Helvetica Neue"/>
        <a:cs typeface="Helvetica Neue"/>
        <a:sym typeface="Helvetica Neue"/>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
          <a:latin typeface="Helvetica Neue"/>
          <a:ea typeface="Helvetica Neue"/>
          <a:cs typeface="Helvetica Neue"/>
        </a:font>
        <a:srgbClr val="FFFFFF"/>
      </a:tcTxStyle>
      <a:tcStyle>
        <a:tcBdr>
          <a:left>
            <a:ln w="3175" cap="flat">
              <a:solidFill>
                <a:srgbClr val="D6D7D6"/>
              </a:solidFill>
              <a:prstDash val="solid"/>
              <a:miter lim="400000"/>
            </a:ln>
          </a:left>
          <a:right>
            <a:ln w="3175" cap="flat">
              <a:solidFill>
                <a:srgbClr val="D6D7D6"/>
              </a:solidFill>
              <a:prstDash val="solid"/>
              <a:miter lim="400000"/>
            </a:ln>
          </a:right>
          <a:top>
            <a:ln w="3175" cap="flat">
              <a:solidFill>
                <a:srgbClr val="D6D7D6"/>
              </a:solidFill>
              <a:prstDash val="solid"/>
              <a:miter lim="400000"/>
            </a:ln>
          </a:top>
          <a:bottom>
            <a:ln w="3175" cap="flat">
              <a:solidFill>
                <a:srgbClr val="D6D7D6"/>
              </a:solidFill>
              <a:prstDash val="solid"/>
              <a:miter lim="400000"/>
            </a:ln>
          </a:bottom>
          <a:insideH>
            <a:ln w="3175" cap="flat">
              <a:solidFill>
                <a:srgbClr val="D6D7D6"/>
              </a:solidFill>
              <a:prstDash val="solid"/>
              <a:miter lim="400000"/>
            </a:ln>
          </a:insideH>
          <a:insideV>
            <a:ln w="3175" cap="flat">
              <a:solidFill>
                <a:srgbClr val="D6D7D6"/>
              </a:solidFill>
              <a:prstDash val="solid"/>
              <a:miter lim="400000"/>
            </a:ln>
          </a:insideV>
        </a:tcBdr>
        <a:fill>
          <a:noFill/>
        </a:fill>
      </a:tcStyle>
    </a:wholeTbl>
    <a:band2H>
      <a:tcTxStyle b="def" i="def"/>
      <a:tcStyle>
        <a:tcBdr/>
        <a:fill>
          <a:solidFill>
            <a:srgbClr val="747676">
              <a:alpha val="63790"/>
            </a:srgbClr>
          </a:solidFill>
        </a:fill>
      </a:tcStyle>
    </a:band2H>
    <a:firstCol>
      <a:tcTxStyle b="on" i="off">
        <a:font>
          <a:latin typeface="Helvetica Neue"/>
          <a:ea typeface="Helvetica Neue"/>
          <a:cs typeface="Helvetica Neue"/>
        </a:font>
        <a:srgbClr val="FFFFFF"/>
      </a:tcTxStyle>
      <a:tcStyle>
        <a:tcBdr>
          <a:left>
            <a:ln w="3175" cap="flat">
              <a:solidFill>
                <a:srgbClr val="D6D6D6"/>
              </a:solidFill>
              <a:prstDash val="solid"/>
              <a:miter lim="400000"/>
            </a:ln>
          </a:left>
          <a:right>
            <a:ln w="3175" cap="flat">
              <a:solidFill>
                <a:srgbClr val="D6D7D6"/>
              </a:solidFill>
              <a:prstDash val="solid"/>
              <a:miter lim="400000"/>
            </a:ln>
          </a:right>
          <a:top>
            <a:ln w="3175" cap="flat">
              <a:solidFill>
                <a:srgbClr val="D6D7D6"/>
              </a:solidFill>
              <a:prstDash val="solid"/>
              <a:miter lim="400000"/>
            </a:ln>
          </a:top>
          <a:bottom>
            <a:ln w="3175" cap="flat">
              <a:solidFill>
                <a:srgbClr val="D6D7D6"/>
              </a:solidFill>
              <a:prstDash val="solid"/>
              <a:miter lim="400000"/>
            </a:ln>
          </a:bottom>
          <a:insideH>
            <a:ln w="3175" cap="flat">
              <a:solidFill>
                <a:srgbClr val="D6D7D6"/>
              </a:solidFill>
              <a:prstDash val="solid"/>
              <a:miter lim="400000"/>
            </a:ln>
          </a:insideH>
          <a:insideV>
            <a:ln w="3175" cap="flat">
              <a:solidFill>
                <a:srgbClr val="D6D7D6"/>
              </a:solidFill>
              <a:prstDash val="solid"/>
              <a:miter lim="400000"/>
            </a:ln>
          </a:insideV>
        </a:tcBdr>
        <a:fill>
          <a:solidFill>
            <a:schemeClr val="accent1"/>
          </a:solidFill>
        </a:fill>
      </a:tcStyle>
    </a:firstCol>
    <a:lastRow>
      <a:tcTxStyle b="off" i="off">
        <a:font>
          <a:latin typeface="Helvetica Neue"/>
          <a:ea typeface="Helvetica Neue"/>
          <a:cs typeface="Helvetica Neue"/>
        </a:font>
        <a:srgbClr val="FFFFFF"/>
      </a:tcTxStyle>
      <a:tcStyle>
        <a:tcBdr>
          <a:left>
            <a:ln w="3175" cap="flat">
              <a:solidFill>
                <a:srgbClr val="D6D7D6"/>
              </a:solidFill>
              <a:prstDash val="solid"/>
              <a:miter lim="400000"/>
            </a:ln>
          </a:left>
          <a:right>
            <a:ln w="3175" cap="flat">
              <a:solidFill>
                <a:srgbClr val="D6D7D6"/>
              </a:solidFill>
              <a:prstDash val="solid"/>
              <a:miter lim="400000"/>
            </a:ln>
          </a:right>
          <a:top>
            <a:ln w="3175" cap="flat">
              <a:solidFill>
                <a:srgbClr val="D6D7D6"/>
              </a:solidFill>
              <a:prstDash val="solid"/>
              <a:miter lim="400000"/>
            </a:ln>
          </a:top>
          <a:bottom>
            <a:ln w="3175" cap="flat">
              <a:solidFill>
                <a:srgbClr val="D6D6D6"/>
              </a:solidFill>
              <a:prstDash val="solid"/>
              <a:miter lim="400000"/>
            </a:ln>
          </a:bottom>
          <a:insideH>
            <a:ln w="3175" cap="flat">
              <a:solidFill>
                <a:srgbClr val="D6D7D6"/>
              </a:solidFill>
              <a:prstDash val="solid"/>
              <a:miter lim="400000"/>
            </a:ln>
          </a:insideH>
          <a:insideV>
            <a:ln w="3175" cap="flat">
              <a:solidFill>
                <a:srgbClr val="D6D7D6"/>
              </a:solidFill>
              <a:prstDash val="solid"/>
              <a:miter lim="400000"/>
            </a:ln>
          </a:insideV>
        </a:tcBdr>
        <a:fill>
          <a:solidFill>
            <a:srgbClr val="032650"/>
          </a:solidFill>
        </a:fill>
      </a:tcStyle>
    </a:lastRow>
    <a:firstRow>
      <a:tcTxStyle b="on" i="off">
        <a:font>
          <a:latin typeface="Helvetica Neue"/>
          <a:ea typeface="Helvetica Neue"/>
          <a:cs typeface="Helvetica Neue"/>
        </a:font>
        <a:srgbClr val="FFFFFF"/>
      </a:tcTxStyle>
      <a:tcStyle>
        <a:tcBdr>
          <a:left>
            <a:ln w="3175" cap="flat">
              <a:solidFill>
                <a:srgbClr val="D6D7D6"/>
              </a:solidFill>
              <a:prstDash val="solid"/>
              <a:miter lim="400000"/>
            </a:ln>
          </a:left>
          <a:right>
            <a:ln w="3175" cap="flat">
              <a:solidFill>
                <a:srgbClr val="D6D7D6"/>
              </a:solidFill>
              <a:prstDash val="solid"/>
              <a:miter lim="400000"/>
            </a:ln>
          </a:right>
          <a:top>
            <a:ln w="3175" cap="flat">
              <a:solidFill>
                <a:srgbClr val="D6D6D6"/>
              </a:solidFill>
              <a:prstDash val="solid"/>
              <a:miter lim="400000"/>
            </a:ln>
          </a:top>
          <a:bottom>
            <a:ln w="3175" cap="flat">
              <a:solidFill>
                <a:srgbClr val="D6D7D6"/>
              </a:solidFill>
              <a:prstDash val="solid"/>
              <a:miter lim="400000"/>
            </a:ln>
          </a:bottom>
          <a:insideH>
            <a:ln w="3175" cap="flat">
              <a:solidFill>
                <a:srgbClr val="D6D7D6"/>
              </a:solidFill>
              <a:prstDash val="solid"/>
              <a:miter lim="400000"/>
            </a:ln>
          </a:insideH>
          <a:insideV>
            <a:ln w="3175" cap="flat">
              <a:solidFill>
                <a:srgbClr val="D6D7D6"/>
              </a:solidFill>
              <a:prstDash val="solid"/>
              <a:miter lim="400000"/>
            </a:ln>
          </a:insideV>
        </a:tcBdr>
        <a:fill>
          <a:solidFill>
            <a:srgbClr val="032650"/>
          </a:solidFill>
        </a:fill>
      </a:tcStyle>
    </a:firstRow>
  </a:tblStyle>
  <a:tblStyle styleId="{C7B018BB-80A7-4F77-B60F-C8B233D01FF8}" styleName="">
    <a:tblBg/>
    <a:wholeTbl>
      <a:tcTxStyle b="off" i="off">
        <a:font>
          <a:latin typeface="Helvetica Neue"/>
          <a:ea typeface="Helvetica Neue"/>
          <a:cs typeface="Helvetica Neue"/>
        </a:font>
        <a:srgbClr val="FFFFFF"/>
      </a:tcTxStyle>
      <a:tcStyle>
        <a:tcBdr>
          <a:left>
            <a:ln w="3175" cap="flat">
              <a:solidFill>
                <a:srgbClr val="929292"/>
              </a:solidFill>
              <a:prstDash val="solid"/>
              <a:miter lim="400000"/>
            </a:ln>
          </a:left>
          <a:right>
            <a:ln w="3175" cap="flat">
              <a:solidFill>
                <a:srgbClr val="929292"/>
              </a:solidFill>
              <a:prstDash val="solid"/>
              <a:miter lim="400000"/>
            </a:ln>
          </a:right>
          <a:top>
            <a:ln w="3175" cap="flat">
              <a:solidFill>
                <a:srgbClr val="929292"/>
              </a:solidFill>
              <a:prstDash val="solid"/>
              <a:miter lim="400000"/>
            </a:ln>
          </a:top>
          <a:bottom>
            <a:ln w="3175" cap="flat">
              <a:solidFill>
                <a:srgbClr val="929292"/>
              </a:solidFill>
              <a:prstDash val="solid"/>
              <a:miter lim="400000"/>
            </a:ln>
          </a:bottom>
          <a:insideH>
            <a:ln w="3175" cap="flat">
              <a:solidFill>
                <a:srgbClr val="929292"/>
              </a:solidFill>
              <a:prstDash val="solid"/>
              <a:miter lim="400000"/>
            </a:ln>
          </a:insideH>
          <a:insideV>
            <a:ln w="3175" cap="flat">
              <a:solidFill>
                <a:srgbClr val="929292"/>
              </a:solidFill>
              <a:prstDash val="solid"/>
              <a:miter lim="400000"/>
            </a:ln>
          </a:insideV>
        </a:tcBdr>
        <a:fill>
          <a:noFill/>
        </a:fill>
      </a:tcStyle>
    </a:wholeTbl>
    <a:band2H>
      <a:tcTxStyle b="def" i="def"/>
      <a:tcStyle>
        <a:tcBdr/>
        <a:fill>
          <a:solidFill>
            <a:srgbClr val="747676">
              <a:alpha val="63790"/>
            </a:srgbClr>
          </a:solidFill>
        </a:fill>
      </a:tcStyle>
    </a:band2H>
    <a:firstCol>
      <a:tcTxStyle b="on" i="off">
        <a:font>
          <a:latin typeface="Helvetica Neue"/>
          <a:ea typeface="Helvetica Neue"/>
          <a:cs typeface="Helvetica Neue"/>
        </a:font>
        <a:srgbClr val="FFFFFF"/>
      </a:tcTxStyle>
      <a:tcStyle>
        <a:tcBdr>
          <a:left>
            <a:ln w="12700" cap="flat">
              <a:noFill/>
              <a:miter lim="400000"/>
            </a:ln>
          </a:left>
          <a:right>
            <a:ln w="3175" cap="flat">
              <a:noFill/>
              <a:miter lim="400000"/>
            </a:ln>
          </a:right>
          <a:top>
            <a:ln w="12700" cap="flat">
              <a:noFill/>
              <a:miter lim="400000"/>
            </a:ln>
          </a:top>
          <a:bottom>
            <a:ln w="12700" cap="flat">
              <a:noFill/>
              <a:miter lim="400000"/>
            </a:ln>
          </a:bottom>
          <a:insideH>
            <a:ln w="12700" cap="flat">
              <a:noFill/>
              <a:miter lim="400000"/>
            </a:ln>
          </a:insideH>
          <a:insideV>
            <a:ln w="3175" cap="flat">
              <a:noFill/>
              <a:miter lim="400000"/>
            </a:ln>
          </a:insideV>
        </a:tcBdr>
        <a:fill>
          <a:solidFill>
            <a:srgbClr val="084E00"/>
          </a:solidFill>
        </a:fill>
      </a:tcStyle>
    </a:firstCol>
    <a:lastRow>
      <a:tcTxStyle b="off"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3175" cap="flat">
              <a:noFill/>
              <a:miter lim="400000"/>
            </a:ln>
          </a:top>
          <a:bottom>
            <a:ln w="12700" cap="flat">
              <a:noFill/>
              <a:miter lim="400000"/>
            </a:ln>
          </a:bottom>
          <a:insideH>
            <a:ln w="3175" cap="flat">
              <a:noFill/>
              <a:miter lim="400000"/>
            </a:ln>
          </a:insideH>
          <a:insideV>
            <a:ln w="12700" cap="flat">
              <a:noFill/>
              <a:miter lim="400000"/>
            </a:ln>
          </a:insideV>
        </a:tcBdr>
        <a:fill>
          <a:solidFill>
            <a:srgbClr val="017101"/>
          </a:solidFill>
        </a:fill>
      </a:tcStyle>
    </a:lastRow>
    <a:firstRow>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3175" cap="flat">
              <a:noFill/>
              <a:miter lim="400000"/>
            </a:ln>
          </a:bottom>
          <a:insideH>
            <a:ln w="3175" cap="flat">
              <a:noFill/>
              <a:miter lim="400000"/>
            </a:ln>
          </a:insideH>
          <a:insideV>
            <a:ln w="12700" cap="flat">
              <a:noFill/>
              <a:miter lim="400000"/>
            </a:ln>
          </a:insideV>
        </a:tcBdr>
        <a:fill>
          <a:solidFill>
            <a:srgbClr val="017101"/>
          </a:solidFill>
        </a:fill>
      </a:tcStyle>
    </a:firstRow>
  </a:tblStyle>
  <a:tblStyle styleId="{EEE7283C-3CF3-47DC-8721-378D4A62B228}" styleName="">
    <a:tblBg/>
    <a:wholeTbl>
      <a:tcTxStyle b="off" i="off">
        <a:font>
          <a:latin typeface="Helvetica Neue"/>
          <a:ea typeface="Helvetica Neue"/>
          <a:cs typeface="Helvetica Neue"/>
        </a:font>
        <a:srgbClr val="FFFFFF"/>
      </a:tcTxStyle>
      <a:tcStyle>
        <a:tcBdr>
          <a:left>
            <a:ln w="3175" cap="flat">
              <a:solidFill>
                <a:srgbClr val="AAAAAA"/>
              </a:solidFill>
              <a:prstDash val="solid"/>
              <a:miter lim="400000"/>
            </a:ln>
          </a:left>
          <a:right>
            <a:ln w="3175" cap="flat">
              <a:solidFill>
                <a:srgbClr val="AAAAAA"/>
              </a:solidFill>
              <a:prstDash val="solid"/>
              <a:miter lim="400000"/>
            </a:ln>
          </a:right>
          <a:top>
            <a:ln w="3175" cap="flat">
              <a:solidFill>
                <a:srgbClr val="AAAAAA"/>
              </a:solidFill>
              <a:prstDash val="solid"/>
              <a:miter lim="400000"/>
            </a:ln>
          </a:top>
          <a:bottom>
            <a:ln w="3175" cap="flat">
              <a:solidFill>
                <a:srgbClr val="AAAAAA"/>
              </a:solidFill>
              <a:prstDash val="solid"/>
              <a:miter lim="400000"/>
            </a:ln>
          </a:bottom>
          <a:insideH>
            <a:ln w="3175" cap="flat">
              <a:solidFill>
                <a:srgbClr val="AAAAAA"/>
              </a:solidFill>
              <a:prstDash val="solid"/>
              <a:miter lim="400000"/>
            </a:ln>
          </a:insideH>
          <a:insideV>
            <a:ln w="3175" cap="flat">
              <a:solidFill>
                <a:srgbClr val="AAAAAA"/>
              </a:solidFill>
              <a:prstDash val="solid"/>
              <a:miter lim="400000"/>
            </a:ln>
          </a:insideV>
        </a:tcBdr>
        <a:fill>
          <a:noFill/>
        </a:fill>
      </a:tcStyle>
    </a:wholeTbl>
    <a:band2H>
      <a:tcTxStyle b="def" i="def"/>
      <a:tcStyle>
        <a:tcBdr/>
        <a:fill>
          <a:solidFill>
            <a:srgbClr val="747676">
              <a:alpha val="63790"/>
            </a:srgbClr>
          </a:solidFill>
        </a:fill>
      </a:tcStyle>
    </a:band2H>
    <a:firstCol>
      <a:tcTxStyle b="on" i="off">
        <a:font>
          <a:latin typeface="Helvetica Neue"/>
          <a:ea typeface="Helvetica Neue"/>
          <a:cs typeface="Helvetica Neue"/>
        </a:font>
        <a:srgbClr val="FFFFFF"/>
      </a:tcTxStyle>
      <a:tcStyle>
        <a:tcBdr>
          <a:left>
            <a:ln w="12700" cap="flat">
              <a:noFill/>
              <a:miter lim="400000"/>
            </a:ln>
          </a:left>
          <a:right>
            <a:ln w="3175" cap="flat">
              <a:noFill/>
              <a:miter lim="400000"/>
            </a:ln>
          </a:right>
          <a:top>
            <a:ln w="12700" cap="flat">
              <a:noFill/>
              <a:miter lim="400000"/>
            </a:ln>
          </a:top>
          <a:bottom>
            <a:ln w="12700" cap="flat">
              <a:noFill/>
              <a:miter lim="400000"/>
            </a:ln>
          </a:bottom>
          <a:insideH>
            <a:ln w="12700" cap="flat">
              <a:noFill/>
              <a:miter lim="400000"/>
            </a:ln>
          </a:insideH>
          <a:insideV>
            <a:ln w="3175" cap="flat">
              <a:noFill/>
              <a:miter lim="400000"/>
            </a:ln>
          </a:insideV>
        </a:tcBdr>
        <a:fill>
          <a:solidFill>
            <a:schemeClr val="accent5"/>
          </a:solidFill>
        </a:fill>
      </a:tcStyle>
    </a:firstCol>
    <a:lastRow>
      <a:tcTxStyle b="off"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3175" cap="flat">
              <a:noFill/>
              <a:miter lim="400000"/>
            </a:ln>
          </a:top>
          <a:bottom>
            <a:ln w="12700" cap="flat">
              <a:noFill/>
              <a:miter lim="400000"/>
            </a:ln>
          </a:bottom>
          <a:insideH>
            <a:ln w="3175" cap="flat">
              <a:noFill/>
              <a:miter lim="400000"/>
            </a:ln>
          </a:insideH>
          <a:insideV>
            <a:ln w="12700" cap="flat">
              <a:noFill/>
              <a:miter lim="400000"/>
            </a:ln>
          </a:insideV>
        </a:tcBdr>
        <a:fill>
          <a:solidFill>
            <a:schemeClr val="accent5">
              <a:hueOff val="106375"/>
              <a:satOff val="9554"/>
              <a:lumOff val="-13516"/>
            </a:schemeClr>
          </a:solidFill>
        </a:fill>
      </a:tcStyle>
    </a:lastRow>
    <a:firstRow>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3175" cap="flat">
              <a:noFill/>
              <a:miter lim="400000"/>
            </a:ln>
          </a:bottom>
          <a:insideH>
            <a:ln w="3175" cap="flat">
              <a:noFill/>
              <a:miter lim="400000"/>
            </a:ln>
          </a:insideH>
          <a:insideV>
            <a:ln w="12700" cap="flat">
              <a:noFill/>
              <a:miter lim="400000"/>
            </a:ln>
          </a:insideV>
        </a:tcBdr>
        <a:fill>
          <a:solidFill>
            <a:schemeClr val="accent5">
              <a:hueOff val="106375"/>
              <a:satOff val="9554"/>
              <a:lumOff val="-13516"/>
            </a:schemeClr>
          </a:solidFill>
        </a:fill>
      </a:tcStyle>
    </a:firstRow>
  </a:tblStyle>
  <a:tblStyle styleId="{CF821DB8-F4EB-4A41-A1BA-3FCAFE7338EE}" styleName="">
    <a:tblBg/>
    <a:wholeTbl>
      <a:tcTxStyle b="off" i="off">
        <a:font>
          <a:latin typeface="Helvetica Neue"/>
          <a:ea typeface="Helvetica Neue"/>
          <a:cs typeface="Helvetica Neue"/>
        </a:font>
        <a:srgbClr val="FFFFFF"/>
      </a:tcTxStyle>
      <a:tcStyle>
        <a:tcBdr>
          <a:left>
            <a:ln w="3175" cap="flat">
              <a:solidFill>
                <a:srgbClr val="D6D7D6"/>
              </a:solidFill>
              <a:prstDash val="solid"/>
              <a:miter lim="400000"/>
            </a:ln>
          </a:left>
          <a:right>
            <a:ln w="3175" cap="flat">
              <a:solidFill>
                <a:srgbClr val="D6D7D6"/>
              </a:solidFill>
              <a:prstDash val="solid"/>
              <a:miter lim="400000"/>
            </a:ln>
          </a:right>
          <a:top>
            <a:ln w="3175" cap="flat">
              <a:solidFill>
                <a:srgbClr val="D6D7D6"/>
              </a:solidFill>
              <a:prstDash val="solid"/>
              <a:miter lim="400000"/>
            </a:ln>
          </a:top>
          <a:bottom>
            <a:ln w="3175" cap="flat">
              <a:solidFill>
                <a:srgbClr val="D6D7D6"/>
              </a:solidFill>
              <a:prstDash val="solid"/>
              <a:miter lim="400000"/>
            </a:ln>
          </a:bottom>
          <a:insideH>
            <a:ln w="3175" cap="flat">
              <a:solidFill>
                <a:srgbClr val="D6D7D6"/>
              </a:solidFill>
              <a:prstDash val="solid"/>
              <a:miter lim="400000"/>
            </a:ln>
          </a:insideH>
          <a:insideV>
            <a:ln w="3175" cap="flat">
              <a:solidFill>
                <a:srgbClr val="D6D7D6"/>
              </a:solidFill>
              <a:prstDash val="solid"/>
              <a:miter lim="400000"/>
            </a:ln>
          </a:insideV>
        </a:tcBdr>
        <a:fill>
          <a:noFill/>
        </a:fill>
      </a:tcStyle>
    </a:wholeTbl>
    <a:band2H>
      <a:tcTxStyle b="def" i="def"/>
      <a:tcStyle>
        <a:tcBdr/>
        <a:fill>
          <a:solidFill>
            <a:srgbClr val="747676">
              <a:alpha val="63790"/>
            </a:srgbClr>
          </a:solidFill>
        </a:fill>
      </a:tcStyle>
    </a:band2H>
    <a:firstCol>
      <a:tcTxStyle b="on" i="off">
        <a:font>
          <a:latin typeface="Helvetica Neue"/>
          <a:ea typeface="Helvetica Neue"/>
          <a:cs typeface="Helvetica Neue"/>
        </a:font>
        <a:srgbClr val="FFFFFF"/>
      </a:tcTxStyle>
      <a:tcStyle>
        <a:tcBdr>
          <a:left>
            <a:ln w="12700" cap="flat">
              <a:noFill/>
              <a:miter lim="400000"/>
            </a:ln>
          </a:left>
          <a:right>
            <a:ln w="3175" cap="flat">
              <a:noFill/>
              <a:miter lim="400000"/>
            </a:ln>
          </a:right>
          <a:top>
            <a:ln w="12700" cap="flat">
              <a:noFill/>
              <a:miter lim="400000"/>
            </a:ln>
          </a:top>
          <a:bottom>
            <a:ln w="12700" cap="flat">
              <a:noFill/>
              <a:miter lim="400000"/>
            </a:ln>
          </a:bottom>
          <a:insideH>
            <a:ln w="12700" cap="flat">
              <a:noFill/>
              <a:miter lim="400000"/>
            </a:ln>
          </a:insideH>
          <a:insideV>
            <a:ln w="3175" cap="flat">
              <a:noFill/>
              <a:miter lim="400000"/>
            </a:ln>
          </a:insideV>
        </a:tcBdr>
        <a:fill>
          <a:solidFill>
            <a:schemeClr val="accent6">
              <a:hueOff val="-119728"/>
              <a:satOff val="5580"/>
              <a:lumOff val="-12961"/>
            </a:schemeClr>
          </a:solidFill>
        </a:fill>
      </a:tcStyle>
    </a:firstCol>
    <a:lastRow>
      <a:tcTxStyle b="off"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3175" cap="flat">
              <a:noFill/>
              <a:miter lim="400000"/>
            </a:ln>
          </a:top>
          <a:bottom>
            <a:ln w="12700" cap="flat">
              <a:noFill/>
              <a:miter lim="400000"/>
            </a:ln>
          </a:bottom>
          <a:insideH>
            <a:ln w="3175" cap="flat">
              <a:noFill/>
              <a:miter lim="400000"/>
            </a:ln>
          </a:insideH>
          <a:insideV>
            <a:ln w="12700" cap="flat">
              <a:noFill/>
              <a:miter lim="400000"/>
            </a:ln>
          </a:insideV>
        </a:tcBdr>
        <a:fill>
          <a:solidFill>
            <a:srgbClr val="650E48"/>
          </a:solidFill>
        </a:fill>
      </a:tcStyle>
    </a:lastRow>
    <a:firstRow>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3175" cap="flat">
              <a:noFill/>
              <a:miter lim="400000"/>
            </a:ln>
          </a:bottom>
          <a:insideH>
            <a:ln w="3175" cap="flat">
              <a:noFill/>
              <a:miter lim="400000"/>
            </a:ln>
          </a:insideH>
          <a:insideV>
            <a:ln w="12700" cap="flat">
              <a:noFill/>
              <a:miter lim="400000"/>
            </a:ln>
          </a:insideV>
        </a:tcBdr>
        <a:fill>
          <a:solidFill>
            <a:srgbClr val="650E48"/>
          </a:solidFill>
        </a:fill>
      </a:tcStyle>
    </a:firstRow>
  </a:tblStyle>
  <a:tblStyle styleId="{33BA23B1-9221-436E-865A-0063620EA4FD}" styleName="">
    <a:tblBg/>
    <a:wholeTbl>
      <a:tcTxStyle b="off" i="off">
        <a:font>
          <a:latin typeface="Helvetica Neue"/>
          <a:ea typeface="Helvetica Neue"/>
          <a:cs typeface="Helvetica Neue"/>
        </a:font>
        <a:srgbClr val="FFFFFF"/>
      </a:tcTxStyle>
      <a:tcStyle>
        <a:tcBdr>
          <a:left>
            <a:ln w="3175" cap="flat">
              <a:solidFill>
                <a:srgbClr val="909090"/>
              </a:solidFill>
              <a:prstDash val="solid"/>
              <a:miter lim="400000"/>
            </a:ln>
          </a:left>
          <a:right>
            <a:ln w="3175" cap="flat">
              <a:solidFill>
                <a:srgbClr val="909090"/>
              </a:solidFill>
              <a:prstDash val="solid"/>
              <a:miter lim="400000"/>
            </a:ln>
          </a:right>
          <a:top>
            <a:ln w="3175" cap="flat">
              <a:solidFill>
                <a:srgbClr val="909090"/>
              </a:solidFill>
              <a:prstDash val="solid"/>
              <a:miter lim="400000"/>
            </a:ln>
          </a:top>
          <a:bottom>
            <a:ln w="3175" cap="flat">
              <a:solidFill>
                <a:srgbClr val="909090"/>
              </a:solidFill>
              <a:prstDash val="solid"/>
              <a:miter lim="400000"/>
            </a:ln>
          </a:bottom>
          <a:insideH>
            <a:ln w="3175" cap="flat">
              <a:solidFill>
                <a:srgbClr val="909090"/>
              </a:solidFill>
              <a:prstDash val="solid"/>
              <a:miter lim="400000"/>
            </a:ln>
          </a:insideH>
          <a:insideV>
            <a:ln w="3175" cap="flat">
              <a:solidFill>
                <a:srgbClr val="909090"/>
              </a:solidFill>
              <a:prstDash val="solid"/>
              <a:miter lim="400000"/>
            </a:ln>
          </a:insideV>
        </a:tcBdr>
        <a:fill>
          <a:noFill/>
        </a:fill>
      </a:tcStyle>
    </a:wholeTbl>
    <a:band2H>
      <a:tcTxStyle b="def" i="def"/>
      <a:tcStyle>
        <a:tcBdr/>
        <a:fill>
          <a:solidFill>
            <a:srgbClr val="747676">
              <a:alpha val="63790"/>
            </a:srgbClr>
          </a:solidFill>
        </a:fill>
      </a:tcStyle>
    </a:band2H>
    <a:firstCol>
      <a:tcTxStyle b="on" i="off">
        <a:font>
          <a:latin typeface="Helvetica Neue"/>
          <a:ea typeface="Helvetica Neue"/>
          <a:cs typeface="Helvetica Neue"/>
        </a:font>
        <a:srgbClr val="FFFFFF"/>
      </a:tcTxStyle>
      <a:tcStyle>
        <a:tcBdr>
          <a:left>
            <a:ln w="12700" cap="flat">
              <a:noFill/>
              <a:miter lim="400000"/>
            </a:ln>
          </a:left>
          <a:right>
            <a:ln w="3175" cap="flat">
              <a:noFill/>
              <a:miter lim="400000"/>
            </a:ln>
          </a:right>
          <a:top>
            <a:ln w="12700" cap="flat">
              <a:noFill/>
              <a:miter lim="400000"/>
            </a:ln>
          </a:top>
          <a:bottom>
            <a:ln w="12700" cap="flat">
              <a:noFill/>
              <a:miter lim="400000"/>
            </a:ln>
          </a:bottom>
          <a:insideH>
            <a:ln w="12700" cap="flat">
              <a:noFill/>
              <a:miter lim="400000"/>
            </a:ln>
          </a:insideH>
          <a:insideV>
            <a:ln w="3175" cap="flat">
              <a:noFill/>
              <a:miter lim="400000"/>
            </a:ln>
          </a:insideV>
        </a:tcBdr>
        <a:fill>
          <a:solidFill>
            <a:srgbClr val="798089"/>
          </a:solidFill>
        </a:fill>
      </a:tcStyle>
    </a:firstCol>
    <a:lastRow>
      <a:tcTxStyle b="off"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3175" cap="flat">
              <a:noFill/>
              <a:miter lim="400000"/>
            </a:ln>
          </a:top>
          <a:bottom>
            <a:ln w="12700" cap="flat">
              <a:noFill/>
              <a:miter lim="400000"/>
            </a:ln>
          </a:bottom>
          <a:insideH>
            <a:ln w="3175" cap="flat">
              <a:noFill/>
              <a:miter lim="400000"/>
            </a:ln>
          </a:insideH>
          <a:insideV>
            <a:ln w="12700" cap="flat">
              <a:noFill/>
              <a:miter lim="400000"/>
            </a:ln>
          </a:insideV>
        </a:tcBdr>
        <a:fill>
          <a:solidFill>
            <a:srgbClr val="96A0AC"/>
          </a:solidFill>
        </a:fill>
      </a:tcStyle>
    </a:lastRow>
    <a:firstRow>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3175" cap="flat">
              <a:noFill/>
              <a:miter lim="400000"/>
            </a:ln>
          </a:bottom>
          <a:insideH>
            <a:ln w="3175" cap="flat">
              <a:noFill/>
              <a:miter lim="400000"/>
            </a:ln>
          </a:insideH>
          <a:insideV>
            <a:ln w="12700" cap="flat">
              <a:noFill/>
              <a:miter lim="400000"/>
            </a:ln>
          </a:insideV>
        </a:tcBdr>
        <a:fill>
          <a:solidFill>
            <a:srgbClr val="96A0AC"/>
          </a:solidFill>
        </a:fill>
      </a:tcStyle>
    </a:firstRow>
  </a:tblStyle>
  <a:tblStyle styleId="{2708684C-4D16-4618-839F-0558EEFCDFE6}" styleName="">
    <a:tblBg/>
    <a:wholeTbl>
      <a:tcTxStyle b="off" i="off">
        <a:font>
          <a:latin typeface="Helvetica Neue"/>
          <a:ea typeface="Helvetica Neue"/>
          <a:cs typeface="Helvetica Neue"/>
        </a:font>
        <a:srgbClr val="FFFFFF"/>
      </a:tcTxStyle>
      <a:tcStyle>
        <a:tcBdr>
          <a:left>
            <a:ln w="3175" cap="flat">
              <a:solidFill>
                <a:srgbClr val="929292"/>
              </a:solidFill>
              <a:custDash>
                <a:ds d="200000" sp="200000"/>
              </a:custDash>
              <a:miter lim="400000"/>
            </a:ln>
          </a:left>
          <a:right>
            <a:ln w="3175" cap="flat">
              <a:solidFill>
                <a:srgbClr val="929292"/>
              </a:solidFill>
              <a:custDash>
                <a:ds d="200000" sp="200000"/>
              </a:custDash>
              <a:miter lim="400000"/>
            </a:ln>
          </a:right>
          <a:top>
            <a:ln w="3175" cap="flat">
              <a:solidFill>
                <a:srgbClr val="929292"/>
              </a:solidFill>
              <a:custDash>
                <a:ds d="200000" sp="200000"/>
              </a:custDash>
              <a:miter lim="400000"/>
            </a:ln>
          </a:top>
          <a:bottom>
            <a:ln w="3175" cap="flat">
              <a:solidFill>
                <a:srgbClr val="929292"/>
              </a:solidFill>
              <a:custDash>
                <a:ds d="200000" sp="200000"/>
              </a:custDash>
              <a:miter lim="400000"/>
            </a:ln>
          </a:bottom>
          <a:insideH>
            <a:ln w="3175" cap="flat">
              <a:solidFill>
                <a:srgbClr val="929292"/>
              </a:solidFill>
              <a:custDash>
                <a:ds d="200000" sp="200000"/>
              </a:custDash>
              <a:miter lim="400000"/>
            </a:ln>
          </a:insideH>
          <a:insideV>
            <a:ln w="3175" cap="flat">
              <a:solidFill>
                <a:srgbClr val="929292"/>
              </a:solidFill>
              <a:custDash>
                <a:ds d="200000" sp="200000"/>
              </a:custDash>
              <a:miter lim="400000"/>
            </a:ln>
          </a:insideV>
        </a:tcBdr>
        <a:fill>
          <a:noFill/>
        </a:fill>
      </a:tcStyle>
    </a:wholeTbl>
    <a:band2H>
      <a:tcTxStyle b="def" i="def"/>
      <a:tcStyle>
        <a:tcBdr/>
        <a:fill>
          <a:solidFill>
            <a:srgbClr val="747676">
              <a:alpha val="63790"/>
            </a:srgbClr>
          </a:solidFill>
        </a:fill>
      </a:tcStyle>
    </a:band2H>
    <a:firstCol>
      <a:tcTxStyle b="on" i="off">
        <a:font>
          <a:latin typeface="Helvetica Neue"/>
          <a:ea typeface="Helvetica Neue"/>
          <a:cs typeface="Helvetica Neue"/>
        </a:font>
        <a:srgbClr val="FFFFFF"/>
      </a:tcTxStyle>
      <a:tcStyle>
        <a:tcBdr>
          <a:left>
            <a:ln w="12700" cap="flat">
              <a:noFill/>
              <a:miter lim="400000"/>
            </a:ln>
          </a:left>
          <a:right>
            <a:ln w="3175" cap="flat">
              <a:solidFill>
                <a:srgbClr val="929292"/>
              </a:solidFill>
              <a:prstDash val="solid"/>
              <a:miter lim="400000"/>
            </a:ln>
          </a:right>
          <a:top>
            <a:ln w="3175" cap="flat">
              <a:solidFill>
                <a:srgbClr val="929292"/>
              </a:solidFill>
              <a:prstDash val="solid"/>
              <a:miter lim="400000"/>
            </a:ln>
          </a:top>
          <a:bottom>
            <a:ln w="3175" cap="flat">
              <a:solidFill>
                <a:srgbClr val="929292"/>
              </a:solidFill>
              <a:prstDash val="solid"/>
              <a:miter lim="400000"/>
            </a:ln>
          </a:bottom>
          <a:insideH>
            <a:ln w="3175" cap="flat">
              <a:solidFill>
                <a:srgbClr val="929292"/>
              </a:solidFill>
              <a:prstDash val="solid"/>
              <a:miter lim="400000"/>
            </a:ln>
          </a:insideH>
          <a:insideV>
            <a:ln w="3175" cap="flat">
              <a:solidFill>
                <a:srgbClr val="929292"/>
              </a:solidFill>
              <a:prstDash val="solid"/>
              <a:miter lim="400000"/>
            </a:ln>
          </a:insideV>
        </a:tcBdr>
        <a:fill>
          <a:noFill/>
        </a:fill>
      </a:tcStyle>
    </a:firstCol>
    <a:lastRow>
      <a:tcTxStyle b="off" i="off">
        <a:font>
          <a:latin typeface="Helvetica Neue"/>
          <a:ea typeface="Helvetica Neue"/>
          <a:cs typeface="Helvetica Neue"/>
        </a:font>
        <a:srgbClr val="FFFFFF"/>
      </a:tcTxStyle>
      <a:tcStyle>
        <a:tcBdr>
          <a:left>
            <a:ln w="3175" cap="flat">
              <a:solidFill>
                <a:srgbClr val="929292"/>
              </a:solidFill>
              <a:prstDash val="solid"/>
              <a:miter lim="400000"/>
            </a:ln>
          </a:left>
          <a:right>
            <a:ln w="3175" cap="flat">
              <a:solidFill>
                <a:srgbClr val="929292"/>
              </a:solidFill>
              <a:prstDash val="solid"/>
              <a:miter lim="400000"/>
            </a:ln>
          </a:right>
          <a:top>
            <a:ln w="3175" cap="flat">
              <a:solidFill>
                <a:srgbClr val="929292"/>
              </a:solidFill>
              <a:prstDash val="solid"/>
              <a:miter lim="400000"/>
            </a:ln>
          </a:top>
          <a:bottom>
            <a:ln w="12700" cap="flat">
              <a:noFill/>
              <a:miter lim="400000"/>
            </a:ln>
          </a:bottom>
          <a:insideH>
            <a:ln w="3175" cap="flat">
              <a:solidFill>
                <a:srgbClr val="929292"/>
              </a:solidFill>
              <a:prstDash val="solid"/>
              <a:miter lim="400000"/>
            </a:ln>
          </a:insideH>
          <a:insideV>
            <a:ln w="3175" cap="flat">
              <a:solidFill>
                <a:srgbClr val="929292"/>
              </a:solidFill>
              <a:prstDash val="solid"/>
              <a:miter lim="400000"/>
            </a:ln>
          </a:insideV>
        </a:tcBdr>
        <a:fill>
          <a:noFill/>
        </a:fill>
      </a:tcStyle>
    </a:lastRow>
    <a:firstRow>
      <a:tcTxStyle b="on" i="off">
        <a:font>
          <a:latin typeface="Helvetica Neue"/>
          <a:ea typeface="Helvetica Neue"/>
          <a:cs typeface="Helvetica Neue"/>
        </a:font>
        <a:srgbClr val="FFFFFF"/>
      </a:tcTxStyle>
      <a:tcStyle>
        <a:tcBdr>
          <a:left>
            <a:ln w="3175" cap="flat">
              <a:solidFill>
                <a:srgbClr val="929292"/>
              </a:solidFill>
              <a:prstDash val="solid"/>
              <a:miter lim="400000"/>
            </a:ln>
          </a:left>
          <a:right>
            <a:ln w="3175" cap="flat">
              <a:solidFill>
                <a:srgbClr val="929292"/>
              </a:solidFill>
              <a:prstDash val="solid"/>
              <a:miter lim="400000"/>
            </a:ln>
          </a:right>
          <a:top>
            <a:ln w="12700" cap="flat">
              <a:noFill/>
              <a:miter lim="400000"/>
            </a:ln>
          </a:top>
          <a:bottom>
            <a:ln w="3175" cap="flat">
              <a:solidFill>
                <a:srgbClr val="929292"/>
              </a:solidFill>
              <a:prstDash val="solid"/>
              <a:miter lim="400000"/>
            </a:ln>
          </a:bottom>
          <a:insideH>
            <a:ln w="3175" cap="flat">
              <a:solidFill>
                <a:srgbClr val="929292"/>
              </a:solidFill>
              <a:prstDash val="solid"/>
              <a:miter lim="400000"/>
            </a:ln>
          </a:insideH>
          <a:insideV>
            <a:ln w="3175" cap="flat">
              <a:solidFill>
                <a:srgbClr val="929292"/>
              </a:solidFill>
              <a:prstDash val="solid"/>
              <a:miter lim="400000"/>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34" name="Shape 134"/>
          <p:cNvSpPr/>
          <p:nvPr>
            <p:ph type="sldImg"/>
          </p:nvPr>
        </p:nvSpPr>
        <p:spPr>
          <a:xfrm>
            <a:off x="1143000" y="685800"/>
            <a:ext cx="4572000" cy="3429000"/>
          </a:xfrm>
          <a:prstGeom prst="rect">
            <a:avLst/>
          </a:prstGeom>
        </p:spPr>
        <p:txBody>
          <a:bodyPr/>
          <a:lstStyle/>
          <a:p>
            <a:pPr/>
          </a:p>
        </p:txBody>
      </p:sp>
      <p:sp>
        <p:nvSpPr>
          <p:cNvPr id="135" name="Shape 135"/>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Helvetica Neue"/>
        <a:ea typeface="Helvetica Neue"/>
        <a:cs typeface="Helvetica Neue"/>
        <a:sym typeface="Helvetica Neue"/>
      </a:defRPr>
    </a:lvl1pPr>
    <a:lvl2pPr indent="228600" defTabSz="457200" latinLnBrk="0">
      <a:lnSpc>
        <a:spcPct val="117999"/>
      </a:lnSpc>
      <a:defRPr sz="2200">
        <a:latin typeface="Helvetica Neue"/>
        <a:ea typeface="Helvetica Neue"/>
        <a:cs typeface="Helvetica Neue"/>
        <a:sym typeface="Helvetica Neue"/>
      </a:defRPr>
    </a:lvl2pPr>
    <a:lvl3pPr indent="457200" defTabSz="457200" latinLnBrk="0">
      <a:lnSpc>
        <a:spcPct val="117999"/>
      </a:lnSpc>
      <a:defRPr sz="2200">
        <a:latin typeface="Helvetica Neue"/>
        <a:ea typeface="Helvetica Neue"/>
        <a:cs typeface="Helvetica Neue"/>
        <a:sym typeface="Helvetica Neue"/>
      </a:defRPr>
    </a:lvl3pPr>
    <a:lvl4pPr indent="685800" defTabSz="457200" latinLnBrk="0">
      <a:lnSpc>
        <a:spcPct val="117999"/>
      </a:lnSpc>
      <a:defRPr sz="2200">
        <a:latin typeface="Helvetica Neue"/>
        <a:ea typeface="Helvetica Neue"/>
        <a:cs typeface="Helvetica Neue"/>
        <a:sym typeface="Helvetica Neue"/>
      </a:defRPr>
    </a:lvl4pPr>
    <a:lvl5pPr indent="914400" defTabSz="457200" latinLnBrk="0">
      <a:lnSpc>
        <a:spcPct val="117999"/>
      </a:lnSpc>
      <a:defRPr sz="2200">
        <a:latin typeface="Helvetica Neue"/>
        <a:ea typeface="Helvetica Neue"/>
        <a:cs typeface="Helvetica Neue"/>
        <a:sym typeface="Helvetica Neue"/>
      </a:defRPr>
    </a:lvl5pPr>
    <a:lvl6pPr indent="1143000" defTabSz="457200" latinLnBrk="0">
      <a:lnSpc>
        <a:spcPct val="117999"/>
      </a:lnSpc>
      <a:defRPr sz="2200">
        <a:latin typeface="Helvetica Neue"/>
        <a:ea typeface="Helvetica Neue"/>
        <a:cs typeface="Helvetica Neue"/>
        <a:sym typeface="Helvetica Neue"/>
      </a:defRPr>
    </a:lvl6pPr>
    <a:lvl7pPr indent="1371600" defTabSz="457200" latinLnBrk="0">
      <a:lnSpc>
        <a:spcPct val="117999"/>
      </a:lnSpc>
      <a:defRPr sz="2200">
        <a:latin typeface="Helvetica Neue"/>
        <a:ea typeface="Helvetica Neue"/>
        <a:cs typeface="Helvetica Neue"/>
        <a:sym typeface="Helvetica Neue"/>
      </a:defRPr>
    </a:lvl7pPr>
    <a:lvl8pPr indent="1600200" defTabSz="457200" latinLnBrk="0">
      <a:lnSpc>
        <a:spcPct val="117999"/>
      </a:lnSpc>
      <a:defRPr sz="2200">
        <a:latin typeface="Helvetica Neue"/>
        <a:ea typeface="Helvetica Neue"/>
        <a:cs typeface="Helvetica Neue"/>
        <a:sym typeface="Helvetica Neue"/>
      </a:defRPr>
    </a:lvl8pPr>
    <a:lvl9pPr indent="1828800" defTabSz="457200" latinLnBrk="0">
      <a:lnSpc>
        <a:spcPct val="117999"/>
      </a:lnSpc>
      <a:defRPr sz="2200">
        <a:latin typeface="Helvetica Neue"/>
        <a:ea typeface="Helvetica Neue"/>
        <a:cs typeface="Helvetica Neue"/>
        <a:sym typeface="Helvetica Neue"/>
      </a:defRPr>
    </a:lvl9pPr>
  </p:notesStyle>
</p:notesMaster>
</file>

<file path=ppt/notesSlides/_rels/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as del presentador"/>
          <p:cNvSpPr txBox="1"/>
          <p:nvPr>
            <p:ph type="body" idx="1"/>
          </p:nvPr>
        </p:nvSpPr>
        <p:spPr/>
        <p:txBody>
          <a:bodyPr/>
          <a:lstStyle/>
          <a:p>
            <a:r>
              <a:rPr lang="es-ES" sz="1200">
                <a:latin typeface="Arial"/>
              </a:rPr>
              <a:t>Presentamos Hype Radar: una plataforma para expresar condiciones de mercado por voz o texto y seguirlas con un motor determinista. Cada evento conserva la evidencia necesaria para revisarlo. Nuestro foco inicial son los perpetuos de Hyperliquid y determinados mercados HIP-3. La inspiración visual no implica afiliación con Hyperliquid.</a:t>
            </a:r>
          </a:p>
          <a:p>
            <a:r>
              <a:rPr lang="es-ES" sz="1200">
                <a:latin typeface="Arial"/>
              </a:rPr>
              <a:t>Fuentes: https://github.com/JaviChulvi/hype-radar/blob/main/README.md; Taller_B5_T4.pdf, apartados 1 y 4.1. Backdrop abstracto generado con image_gen, prompt: cinta de líquido translúcido a la derecha, carbón #181713, oro #b39a6a, verde #53ba91, sin texto.</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as del presentador"/>
          <p:cNvSpPr txBox="1"/>
          <p:nvPr>
            <p:ph type="body" idx="1"/>
          </p:nvPr>
        </p:nvSpPr>
        <p:spPr/>
        <p:txBody>
          <a:bodyPr/>
          <a:lstStyle/>
          <a:p>
            <a:r>
              <a:rPr lang="es-ES" sz="1200">
                <a:latin typeface="Arial"/>
              </a:rPr>
              <a:t>La necesidad que planteamos es una hipótesis de producto: seguir condiciones compuestas sin vigilar continuamente varios paneles. El usuario objetivo inicial es un trader activo que define sus propios umbrales. No hemos demostrado todavía el tamaño del mercado ni la disposición a pagar. El piloto debe validar esa necesidad.</a:t>
            </a:r>
          </a:p>
          <a:p>
            <a:r>
              <a:rPr lang="es-ES" sz="1200">
                <a:latin typeface="Arial"/>
              </a:rPr>
              <a:t>Fuente: README.md, visión de producto y flujo objetivo. Segmento y necesidad: hipótesis comercial, no investigación de usuarios concluida.</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as del presentador"/>
          <p:cNvSpPr txBox="1"/>
          <p:nvPr>
            <p:ph type="body" idx="1"/>
          </p:nvPr>
        </p:nvSpPr>
        <p:spPr/>
        <p:txBody>
          <a:bodyPr/>
          <a:lstStyle/>
          <a:p>
            <a:r>
              <a:rPr lang="es-ES" sz="1200">
                <a:latin typeface="Arial"/>
              </a:rPr>
              <a:t>La IA ayuda a expresar una regla y a consultar datos y eventos. La decisión de si una condición se cumple pertenece al motor determinista. Separamos la verdad de la condición de la calidad de las observaciones. Una condición verdadera no implica una operación rentable ni garantiza ejecución.</a:t>
            </a:r>
          </a:p>
          <a:p>
            <a:r>
              <a:rPr lang="es-ES" sz="1200">
                <a:latin typeface="Arial"/>
              </a:rPr>
              <a:t>Fuentes: backend/app/application/agent.py; backend/app/engine/rule_engine.py; backend/app/engine/quality.py.</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as del presentador"/>
          <p:cNvSpPr txBox="1"/>
          <p:nvPr>
            <p:ph type="body" idx="1"/>
          </p:nvPr>
        </p:nvSpPr>
        <p:spPr/>
        <p:txBody>
          <a:bodyPr/>
          <a:lstStyle/>
          <a:p>
            <a:r>
              <a:rPr lang="es-ES" sz="1200">
                <a:latin typeface="Arial"/>
              </a:rPr>
              <a:t>La captura procede de la plataforma el 4 de octubre de 2026. Mostramos el área del gráfico y el libro de órdenes, sin presentar esos precios como datos actuales. En el código actual existen además el panel de alertas, el agente y el control de voz. Los mercados SP500, XYZ100 y BRENTOIL son perpetuos de trade[XYZ], no cotizaciones oficiales de los subyacentes.</a:t>
            </a:r>
          </a:p>
          <a:p>
            <a:r>
              <a:rPr lang="es-ES" sz="1200">
                <a:latin typeface="Arial"/>
              </a:rPr>
              <a:t>Fuentes: captura .playwright-mcp/chat-agent-desktop.png; frontend/src/App.tsx; frontend/src/OrderBook.tsx; frontend/src/Alerts.tsx; frontend/src/Chat.tsx.</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as del presentador"/>
          <p:cNvSpPr txBox="1"/>
          <p:nvPr>
            <p:ph type="body" idx="1"/>
          </p:nvPr>
        </p:nvSpPr>
        <p:spPr/>
        <p:txBody>
          <a:bodyPr/>
          <a:lstStyle/>
          <a:p>
            <a:r>
              <a:rPr lang="es-ES" sz="1200">
                <a:latin typeface="Arial"/>
              </a:rPr>
              <a:t>La grabación se transcribe y el texto aparece en el compositor para que el usuario lo revise. El envío no es automático. La petición explícita de crear una alerta autoriza al agente a llamar al servicio de alertas. El sistema devuelve los criterios exactos. Una regla basada en interés abierto puede necesitar un periodo de calentamiento para reunir su ventana. Un umbral es una condición de nivel, no necesariamente un cruce.</a:t>
            </a:r>
          </a:p>
          <a:p>
            <a:r>
              <a:rPr lang="es-ES" sz="1200">
                <a:latin typeface="Arial"/>
              </a:rPr>
              <a:t>Fuentes: frontend/src/Chat.tsx; backend/main.py, /api/chat/transcribe; backend/app/application/agent.py; backend/app/application/alerts.py.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as del presentador"/>
          <p:cNvSpPr txBox="1"/>
          <p:nvPr>
            <p:ph type="body" idx="1"/>
          </p:nvPr>
        </p:nvSpPr>
        <p:spPr/>
        <p:txBody>
          <a:bodyPr/>
          <a:lstStyle/>
          <a:p>
            <a:r>
              <a:rPr lang="es-ES" sz="1200">
                <a:latin typeface="Arial"/>
              </a:rPr>
              <a:t>La configuración por defecto del repositorio usa openai/whisper-1 para voz y deepseek/deepseek-v4-flash para el agente. Los modelos son configurables. La orquestación combina la transcripción con el agente y los servicios de mercado y alertas. Las gráficas de la interfaz son visualizaciones de datos numéricos, no una modalidad de visión artificial. El MVP no aporta análisis de imágenes ni síntesis de voz.</a:t>
            </a:r>
          </a:p>
          <a:p>
            <a:r>
              <a:rPr lang="es-ES" sz="1200">
                <a:latin typeface="Arial"/>
              </a:rPr>
              <a:t>Fuentes: backend/app/config.py; backend/app/application/chat.py; backend/app/application/agent.py. Defaults revisados el 6 de octubre de 2026, no verificación del proveedor en ejecución.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as del presentador"/>
          <p:cNvSpPr txBox="1"/>
          <p:nvPr>
            <p:ph type="body" idx="1"/>
          </p:nvPr>
        </p:nvSpPr>
        <p:spPr/>
        <p:txBody>
          <a:bodyPr/>
          <a:lstStyle/>
          <a:p>
            <a:r>
              <a:rPr lang="es-ES" sz="1200">
                <a:latin typeface="Arial"/>
              </a:rPr>
              <a:t>La fila superior resume la interacción y persistencia de reglas. La voz pasa por transcripción; el texto escrito entra directamente al agente. El agente utiliza herramientas que consultan el mismo MarketDataService que la interfaz y el evaluador. La fila inferior muestra ingestión, evaluación determinista y conservación de eventos y evidencias. Las llamadas a modelos ocurren por interacción del usuario, fuera de la evaluación por tick. PostgreSQL conserva reglas y eventos. El backend requiere un solo worker por el estado de mercado en memoria.</a:t>
            </a:r>
          </a:p>
          <a:p>
            <a:r>
              <a:rPr lang="es-ES" sz="1200">
                <a:latin typeface="Arial"/>
              </a:rPr>
              <a:t>Fuentes: README.md, Shared market-data API y Alert evaluator; backend/main.py; backend/app/application/market_data.py; backend/app/workers/evaluator.py.</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as del presentador"/>
          <p:cNvSpPr txBox="1"/>
          <p:nvPr>
            <p:ph type="body" idx="1"/>
          </p:nvPr>
        </p:nvSpPr>
        <p:spPr/>
        <p:txBody>
          <a:bodyPr/>
          <a:lstStyle/>
          <a:p>
            <a:r>
              <a:rPr lang="es-ES" sz="1200">
                <a:latin typeface="Arial"/>
              </a:rPr>
              <a:t>Este ejemplo es ilustrativo y no procede de un evento real. El aumento de OI satisface la condición configurada. El spread supera el máximo y, con quality_policy=block, bloquea el evento como señal válida. El historial conserva la evidencia y el motivo de bloqueo. No confundimos un dato ausente con un cero, ni una condición bloqueada con un evento confirmado. La calidad puede devolver estados válidos, advertidos, bloqueados o desconocidos según la política y los datos.</a:t>
            </a:r>
          </a:p>
          <a:p>
            <a:r>
              <a:rPr lang="es-ES" sz="1200">
                <a:latin typeface="Arial"/>
              </a:rPr>
              <a:t>Fuentes: backend/app/engine/quality.py; backend/app/engine/rule_engine.py; backend/app/application/agent.py.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as del presentador"/>
          <p:cNvSpPr txBox="1"/>
          <p:nvPr>
            <p:ph type="body" idx="1"/>
          </p:nvPr>
        </p:nvSpPr>
        <p:spPr/>
        <p:txBody>
          <a:bodyPr/>
          <a:lstStyle/>
          <a:p>
            <a:r>
              <a:rPr lang="es-ES" sz="1200">
                <a:latin typeface="Arial"/>
              </a:rPr>
              <a:t>La viabilidad debe apoyarse en mediciones, no en una cifra inventada. El coste mensual suma alojamiento, minutos de voz por tarifa vigente, y tokens de entrada y salida del agente por sus tarifas. El coste por usuario activo divide ese total por usuarios activos. Los feeds compartidos y el motor determinista reducen llamadas redundantes y evitan una llamada a IA por tick. El agente limita llamadas de modelo, herramientas y tokens. El README recoge un objetivo inicial de evaluación p95 inferior a 100 ms, que no presentamos como latencia medida. Antes de comercializar se deben medir los costes y revisar el tratamiento de datos y los requisitos regulatorios aplicables.</a:t>
            </a:r>
          </a:p>
          <a:p>
            <a:r>
              <a:rPr lang="es-ES" sz="1200">
                <a:latin typeface="Arial"/>
              </a:rPr>
              <a:t>Fuentes: README.md, Validation and performance targets; backend/app/config.py; backend/app/application/agent.py.</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as del presentador"/>
          <p:cNvSpPr txBox="1"/>
          <p:nvPr>
            <p:ph type="body" idx="1"/>
          </p:nvPr>
        </p:nvSpPr>
        <p:spPr/>
        <p:txBody>
          <a:bodyPr/>
          <a:lstStyle/>
          <a:p>
            <a:r>
              <a:rPr lang="es-ES" sz="1200">
                <a:latin typeface="Arial"/>
              </a:rPr>
              <a:t>El modelo de suscripción es una hipótesis, no una oferta comercial activa. El piloto propuesto tiene como objetivo diez usuarios y busca medir si consiguen crear una regla, vuelven a los siete días y muestran disposición a pagar. El piloto actual debe ser controlado porque las reglas pertenecen a una instancia compartida. Antes de cuentas comerciales independientes haría falta autorización por usuario y cuotas asociadas a cada cuenta. No presentamos usuarios, ingresos o retención existentes.</a:t>
            </a:r>
          </a:p>
          <a:p>
            <a:r>
              <a:rPr lang="es-ES" sz="1200">
                <a:latin typeface="Arial"/>
              </a:rPr>
              <a:t>Fuentes: README.md, limitaciones de instancia y roadmap. Plan de piloto y modelo de negocio: propuesta del pitch.</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as del presentador"/>
          <p:cNvSpPr txBox="1"/>
          <p:nvPr>
            <p:ph type="body" idx="1"/>
          </p:nvPr>
        </p:nvSpPr>
        <p:spPr/>
        <p:txBody>
          <a:bodyPr/>
          <a:lstStyle/>
          <a:p>
            <a:r>
              <a:rPr lang="es-ES" sz="1200">
                <a:latin typeface="Arial"/>
              </a:rPr>
              <a:t>Esta distinción evita atribuir al MVP capacidades de la visión futura. La entrega externa por Telegram, el envío de outbox, las cuentas y permisos por usuario y la edición de condiciones de reglas siguen pendientes. El proyecto no ejecuta operaciones ni necesita claves de trading. Las grabaciones se procesan para transcripción y no se guardan por la aplicación. Proveedores externos procesan texto y audio. El acceso de despliegue utiliza una frontera compartida y no equivale a aislamiento por usuario. Para comercializar se debe revisar privacidad, derechos de datos y obligaciones aplicables.</a:t>
            </a:r>
          </a:p>
          <a:p>
            <a:r>
              <a:rPr lang="es-ES" sz="1200">
                <a:latin typeface="Arial"/>
              </a:rPr>
              <a:t>Fuentes: README.md, Alert evaluator, OpenRouter chat y AI boundaries; backend/app/application/agent.py.</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as del presentador"/>
          <p:cNvSpPr txBox="1"/>
          <p:nvPr>
            <p:ph type="body" idx="1"/>
          </p:nvPr>
        </p:nvSpPr>
        <p:spPr/>
        <p:txBody>
          <a:bodyPr/>
          <a:lstStyle/>
          <a:p>
            <a:r>
              <a:rPr lang="es-ES" sz="1200">
                <a:latin typeface="Arial"/>
              </a:rPr>
              <a:t>Cerramos con una invitación a probar el flujo completo: formular una condición, revisar su definición, seguir el estado de monitorización y consultar la evidencia de un evento. El repositorio permite revisar código, documentación y arranque del MVP. Para la demostración podemos usar un evento grabado o un replay claramente identificado, evitando depender de que el mercado dispare una condición durante la presentación.</a:t>
            </a:r>
          </a:p>
          <a:p>
            <a:r>
              <a:rPr lang="es-ES" sz="1200">
                <a:latin typeface="Arial"/>
              </a:rPr>
              <a:t>Fuente: https://github.com/JaviChulvi/hype-radar; README.md, Replay and local startup.</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spTree>
      <p:nvGrpSpPr>
        <p:cNvPr id="1" name=""/>
        <p:cNvGrpSpPr/>
        <p:nvPr/>
      </p:nvGrpSpPr>
      <p:grpSpPr>
        <a:xfrm>
          <a:off x="0" y="0"/>
          <a:ext cx="0" cy="0"/>
          <a:chOff x="0" y="0"/>
          <a:chExt cx="0" cy="0"/>
        </a:xfrm>
      </p:grpSpPr>
      <p:sp>
        <p:nvSpPr>
          <p:cNvPr id="11" name="Title Text"/>
          <p:cNvSpPr txBox="1"/>
          <p:nvPr>
            <p:ph type="title"/>
          </p:nvPr>
        </p:nvSpPr>
        <p:spPr>
          <a:prstGeom prst="rect">
            <a:avLst/>
          </a:prstGeom>
        </p:spPr>
        <p:txBody>
          <a:bodyPr/>
          <a:lstStyle/>
          <a:p>
            <a:pPr/>
            <a:r>
              <a:t>Title Text</a:t>
            </a:r>
          </a:p>
        </p:txBody>
      </p:sp>
      <p:sp>
        <p:nvSpPr>
          <p:cNvPr id="12" name="Body Level One…"/>
          <p:cNvSpPr txBox="1"/>
          <p:nvPr>
            <p:ph type="body" sz="quarter" idx="1"/>
          </p:nvPr>
        </p:nvSpPr>
        <p:spPr>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1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Horizontal">
    <p:spTree>
      <p:nvGrpSpPr>
        <p:cNvPr id="1" name=""/>
        <p:cNvGrpSpPr/>
        <p:nvPr/>
      </p:nvGrpSpPr>
      <p:grpSpPr>
        <a:xfrm>
          <a:off x="0" y="0"/>
          <a:ext cx="0" cy="0"/>
          <a:chOff x="0" y="0"/>
          <a:chExt cx="0" cy="0"/>
        </a:xfrm>
      </p:grpSpPr>
      <p:sp>
        <p:nvSpPr>
          <p:cNvPr id="20" name="River flowing through a tropical forest"/>
          <p:cNvSpPr/>
          <p:nvPr>
            <p:ph type="pic" sz="half" idx="21"/>
          </p:nvPr>
        </p:nvSpPr>
        <p:spPr>
          <a:xfrm>
            <a:off x="4098652" y="740844"/>
            <a:ext cx="8060268" cy="6048000"/>
          </a:xfrm>
          <a:prstGeom prst="rect">
            <a:avLst/>
          </a:prstGeom>
        </p:spPr>
        <p:txBody>
          <a:bodyPr lIns="91439" tIns="45719" rIns="91439" bIns="45719">
            <a:noAutofit/>
          </a:bodyPr>
          <a:lstStyle/>
          <a:p>
            <a:pPr/>
          </a:p>
        </p:txBody>
      </p:sp>
      <p:sp>
        <p:nvSpPr>
          <p:cNvPr id="21" name="Title Text"/>
          <p:cNvSpPr txBox="1"/>
          <p:nvPr>
            <p:ph type="title"/>
          </p:nvPr>
        </p:nvSpPr>
        <p:spPr>
          <a:xfrm>
            <a:off x="2991555" y="5751688"/>
            <a:ext cx="10272890" cy="891824"/>
          </a:xfrm>
          <a:prstGeom prst="rect">
            <a:avLst/>
          </a:prstGeom>
        </p:spPr>
        <p:txBody>
          <a:bodyPr anchor="ctr"/>
          <a:lstStyle/>
          <a:p>
            <a:pPr/>
            <a:r>
              <a:t>Title Text</a:t>
            </a:r>
          </a:p>
        </p:txBody>
      </p:sp>
      <p:sp>
        <p:nvSpPr>
          <p:cNvPr id="22" name="Body Level One…"/>
          <p:cNvSpPr txBox="1"/>
          <p:nvPr>
            <p:ph type="body" sz="quarter" idx="1"/>
          </p:nvPr>
        </p:nvSpPr>
        <p:spPr>
          <a:xfrm>
            <a:off x="2991555" y="6609644"/>
            <a:ext cx="10272890" cy="705557"/>
          </a:xfrm>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2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 Centre">
    <p:spTree>
      <p:nvGrpSpPr>
        <p:cNvPr id="1" name=""/>
        <p:cNvGrpSpPr/>
        <p:nvPr/>
      </p:nvGrpSpPr>
      <p:grpSpPr>
        <a:xfrm>
          <a:off x="0" y="0"/>
          <a:ext cx="0" cy="0"/>
          <a:chOff x="0" y="0"/>
          <a:chExt cx="0" cy="0"/>
        </a:xfrm>
      </p:grpSpPr>
      <p:sp>
        <p:nvSpPr>
          <p:cNvPr id="30" name="Title Text"/>
          <p:cNvSpPr txBox="1"/>
          <p:nvPr>
            <p:ph type="title"/>
          </p:nvPr>
        </p:nvSpPr>
        <p:spPr>
          <a:xfrm>
            <a:off x="3499555" y="3539066"/>
            <a:ext cx="9256890" cy="2065868"/>
          </a:xfrm>
          <a:prstGeom prst="rect">
            <a:avLst/>
          </a:prstGeom>
        </p:spPr>
        <p:txBody>
          <a:bodyPr anchor="ctr"/>
          <a:lstStyle/>
          <a:p>
            <a:pPr/>
            <a:r>
              <a:t>Title Text</a:t>
            </a:r>
          </a:p>
        </p:txBody>
      </p:sp>
      <p:sp>
        <p:nvSpPr>
          <p:cNvPr id="3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Vertical">
    <p:spTree>
      <p:nvGrpSpPr>
        <p:cNvPr id="1" name=""/>
        <p:cNvGrpSpPr/>
        <p:nvPr/>
      </p:nvGrpSpPr>
      <p:grpSpPr>
        <a:xfrm>
          <a:off x="0" y="0"/>
          <a:ext cx="0" cy="0"/>
          <a:chOff x="0" y="0"/>
          <a:chExt cx="0" cy="0"/>
        </a:xfrm>
      </p:grpSpPr>
      <p:sp>
        <p:nvSpPr>
          <p:cNvPr id="38" name="Close-up of an orange flower surrounded by large tropical leaves"/>
          <p:cNvSpPr/>
          <p:nvPr>
            <p:ph type="pic" sz="half" idx="21"/>
          </p:nvPr>
        </p:nvSpPr>
        <p:spPr>
          <a:xfrm>
            <a:off x="5288844" y="1947333"/>
            <a:ext cx="7660458" cy="5096934"/>
          </a:xfrm>
          <a:prstGeom prst="rect">
            <a:avLst/>
          </a:prstGeom>
        </p:spPr>
        <p:txBody>
          <a:bodyPr lIns="91439" tIns="45719" rIns="91439" bIns="45719">
            <a:noAutofit/>
          </a:bodyPr>
          <a:lstStyle/>
          <a:p>
            <a:pPr/>
          </a:p>
        </p:txBody>
      </p:sp>
      <p:sp>
        <p:nvSpPr>
          <p:cNvPr id="39" name="Title Text"/>
          <p:cNvSpPr txBox="1"/>
          <p:nvPr>
            <p:ph type="title"/>
          </p:nvPr>
        </p:nvSpPr>
        <p:spPr>
          <a:xfrm>
            <a:off x="3443110" y="1947333"/>
            <a:ext cx="4543779" cy="2466623"/>
          </a:xfrm>
          <a:prstGeom prst="rect">
            <a:avLst/>
          </a:prstGeom>
        </p:spPr>
        <p:txBody>
          <a:bodyPr/>
          <a:lstStyle>
            <a:lvl1pPr>
              <a:defRPr sz="5600"/>
            </a:lvl1pPr>
          </a:lstStyle>
          <a:p>
            <a:pPr/>
            <a:r>
              <a:t>Title Text</a:t>
            </a:r>
          </a:p>
        </p:txBody>
      </p:sp>
      <p:sp>
        <p:nvSpPr>
          <p:cNvPr id="40" name="Body Level One…"/>
          <p:cNvSpPr txBox="1"/>
          <p:nvPr>
            <p:ph type="body" sz="quarter" idx="1"/>
          </p:nvPr>
        </p:nvSpPr>
        <p:spPr>
          <a:xfrm>
            <a:off x="3443110" y="4425244"/>
            <a:ext cx="4543779" cy="2545646"/>
          </a:xfrm>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4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 Top">
    <p:spTree>
      <p:nvGrpSpPr>
        <p:cNvPr id="1" name=""/>
        <p:cNvGrpSpPr/>
        <p:nvPr/>
      </p:nvGrpSpPr>
      <p:grpSpPr>
        <a:xfrm>
          <a:off x="0" y="0"/>
          <a:ext cx="0" cy="0"/>
          <a:chOff x="0" y="0"/>
          <a:chExt cx="0" cy="0"/>
        </a:xfrm>
      </p:grpSpPr>
      <p:sp>
        <p:nvSpPr>
          <p:cNvPr id="48" name="Title Text"/>
          <p:cNvSpPr txBox="1"/>
          <p:nvPr>
            <p:ph type="title"/>
          </p:nvPr>
        </p:nvSpPr>
        <p:spPr>
          <a:xfrm>
            <a:off x="3460044" y="1682044"/>
            <a:ext cx="9335912" cy="1016001"/>
          </a:xfrm>
          <a:prstGeom prst="rect">
            <a:avLst/>
          </a:prstGeom>
        </p:spPr>
        <p:txBody>
          <a:bodyPr anchor="ctr"/>
          <a:lstStyle/>
          <a:p>
            <a:pPr/>
            <a:r>
              <a:t>Title Text</a:t>
            </a:r>
          </a:p>
        </p:txBody>
      </p:sp>
      <p:sp>
        <p:nvSpPr>
          <p:cNvPr id="4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56" name="Title Text"/>
          <p:cNvSpPr txBox="1"/>
          <p:nvPr>
            <p:ph type="title"/>
          </p:nvPr>
        </p:nvSpPr>
        <p:spPr>
          <a:xfrm>
            <a:off x="3460044" y="1682044"/>
            <a:ext cx="9335912" cy="1016001"/>
          </a:xfrm>
          <a:prstGeom prst="rect">
            <a:avLst/>
          </a:prstGeom>
        </p:spPr>
        <p:txBody>
          <a:bodyPr anchor="ctr"/>
          <a:lstStyle/>
          <a:p>
            <a:pPr/>
            <a:r>
              <a:t>Title Text</a:t>
            </a:r>
          </a:p>
        </p:txBody>
      </p:sp>
      <p:sp>
        <p:nvSpPr>
          <p:cNvPr id="57" name="Body Level One…"/>
          <p:cNvSpPr txBox="1"/>
          <p:nvPr>
            <p:ph type="body" sz="half" idx="1"/>
          </p:nvPr>
        </p:nvSpPr>
        <p:spPr>
          <a:xfrm>
            <a:off x="3460044" y="2923822"/>
            <a:ext cx="9335912" cy="4131734"/>
          </a:xfrm>
          <a:prstGeom prst="rect">
            <a:avLst/>
          </a:prstGeom>
        </p:spPr>
        <p:txBody>
          <a:bodyPr anchor="ctr"/>
          <a:lstStyle>
            <a:lvl1pPr marL="423333" indent="-423333" algn="l">
              <a:spcBef>
                <a:spcPts val="3900"/>
              </a:spcBef>
              <a:buSzPct val="125000"/>
              <a:buChar char="•"/>
              <a:defRPr sz="3200"/>
            </a:lvl1pPr>
            <a:lvl2pPr marL="1058333" indent="-423333" algn="l">
              <a:spcBef>
                <a:spcPts val="3900"/>
              </a:spcBef>
              <a:buSzPct val="125000"/>
              <a:buChar char="•"/>
              <a:defRPr sz="3200"/>
            </a:lvl2pPr>
            <a:lvl3pPr marL="1693333" indent="-423333" algn="l">
              <a:spcBef>
                <a:spcPts val="3900"/>
              </a:spcBef>
              <a:buSzPct val="125000"/>
              <a:buChar char="•"/>
              <a:defRPr sz="3200"/>
            </a:lvl3pPr>
            <a:lvl4pPr marL="2328333" indent="-423333" algn="l">
              <a:spcBef>
                <a:spcPts val="3900"/>
              </a:spcBef>
              <a:buSzPct val="125000"/>
              <a:buChar char="•"/>
              <a:defRPr sz="3200"/>
            </a:lvl4pPr>
            <a:lvl5pPr marL="2963333" indent="-423333" algn="l">
              <a:spcBef>
                <a:spcPts val="3900"/>
              </a:spcBef>
              <a:buSzPct val="125000"/>
              <a:buChar char="•"/>
              <a:defRPr sz="3200"/>
            </a:lvl5pPr>
          </a:lstStyle>
          <a:p>
            <a:pPr/>
            <a:r>
              <a:t>Body Level One</a:t>
            </a:r>
          </a:p>
          <a:p>
            <a:pPr lvl="1"/>
            <a:r>
              <a:t>Body Level Two</a:t>
            </a:r>
          </a:p>
          <a:p>
            <a:pPr lvl="2"/>
            <a:r>
              <a:t>Body Level Three</a:t>
            </a:r>
          </a:p>
          <a:p>
            <a:pPr lvl="3"/>
            <a:r>
              <a:t>Body Level Four</a:t>
            </a:r>
          </a:p>
          <a:p>
            <a:pPr lvl="4"/>
            <a:r>
              <a:t>Body Level Five</a:t>
            </a:r>
          </a:p>
        </p:txBody>
      </p:sp>
      <p:sp>
        <p:nvSpPr>
          <p:cNvPr id="5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Photo">
    <p:spTree>
      <p:nvGrpSpPr>
        <p:cNvPr id="1" name=""/>
        <p:cNvGrpSpPr/>
        <p:nvPr/>
      </p:nvGrpSpPr>
      <p:grpSpPr>
        <a:xfrm>
          <a:off x="0" y="0"/>
          <a:ext cx="0" cy="0"/>
          <a:chOff x="0" y="0"/>
          <a:chExt cx="0" cy="0"/>
        </a:xfrm>
      </p:grpSpPr>
      <p:sp>
        <p:nvSpPr>
          <p:cNvPr id="65" name="Close-up of a red-eyed tree frog perched on a leaf"/>
          <p:cNvSpPr/>
          <p:nvPr>
            <p:ph type="pic" sz="quarter" idx="21"/>
          </p:nvPr>
        </p:nvSpPr>
        <p:spPr>
          <a:xfrm>
            <a:off x="6598355" y="2923822"/>
            <a:ext cx="6197601" cy="4131734"/>
          </a:xfrm>
          <a:prstGeom prst="rect">
            <a:avLst/>
          </a:prstGeom>
        </p:spPr>
        <p:txBody>
          <a:bodyPr lIns="91439" tIns="45719" rIns="91439" bIns="45719">
            <a:noAutofit/>
          </a:bodyPr>
          <a:lstStyle/>
          <a:p>
            <a:pPr/>
          </a:p>
        </p:txBody>
      </p:sp>
      <p:sp>
        <p:nvSpPr>
          <p:cNvPr id="66" name="Title Text"/>
          <p:cNvSpPr txBox="1"/>
          <p:nvPr>
            <p:ph type="title"/>
          </p:nvPr>
        </p:nvSpPr>
        <p:spPr>
          <a:xfrm>
            <a:off x="3460044" y="1682044"/>
            <a:ext cx="9335912" cy="1016001"/>
          </a:xfrm>
          <a:prstGeom prst="rect">
            <a:avLst/>
          </a:prstGeom>
        </p:spPr>
        <p:txBody>
          <a:bodyPr anchor="ctr"/>
          <a:lstStyle/>
          <a:p>
            <a:pPr/>
            <a:r>
              <a:t>Title Text</a:t>
            </a:r>
          </a:p>
        </p:txBody>
      </p:sp>
      <p:sp>
        <p:nvSpPr>
          <p:cNvPr id="67" name="Body Level One…"/>
          <p:cNvSpPr txBox="1"/>
          <p:nvPr>
            <p:ph type="body" sz="quarter" idx="1"/>
          </p:nvPr>
        </p:nvSpPr>
        <p:spPr>
          <a:xfrm>
            <a:off x="3460044" y="2923822"/>
            <a:ext cx="4543779" cy="4131734"/>
          </a:xfrm>
          <a:prstGeom prst="rect">
            <a:avLst/>
          </a:prstGeom>
        </p:spPr>
        <p:txBody>
          <a:bodyPr anchor="ctr"/>
          <a:lstStyle>
            <a:lvl1pPr marL="352926" indent="-352926" algn="l">
              <a:spcBef>
                <a:spcPts val="3000"/>
              </a:spcBef>
              <a:buSzPct val="125000"/>
              <a:buChar char="•"/>
              <a:defRPr sz="2400"/>
            </a:lvl1pPr>
            <a:lvl2pPr marL="911726" indent="-352926" algn="l">
              <a:spcBef>
                <a:spcPts val="3000"/>
              </a:spcBef>
              <a:buSzPct val="125000"/>
              <a:buChar char="•"/>
              <a:defRPr sz="2400"/>
            </a:lvl2pPr>
            <a:lvl3pPr marL="1470526" indent="-352926" algn="l">
              <a:spcBef>
                <a:spcPts val="3000"/>
              </a:spcBef>
              <a:buSzPct val="125000"/>
              <a:buChar char="•"/>
              <a:defRPr sz="2400"/>
            </a:lvl3pPr>
            <a:lvl4pPr marL="2029326" indent="-352926" algn="l">
              <a:spcBef>
                <a:spcPts val="3000"/>
              </a:spcBef>
              <a:buSzPct val="125000"/>
              <a:buChar char="•"/>
              <a:defRPr sz="2400"/>
            </a:lvl4pPr>
            <a:lvl5pPr marL="2588126" indent="-352926" algn="l">
              <a:spcBef>
                <a:spcPts val="3000"/>
              </a:spcBef>
              <a:buSzPct val="125000"/>
              <a:buChar char="•"/>
              <a:defRPr sz="2400"/>
            </a:lvl5pPr>
          </a:lstStyle>
          <a:p>
            <a:pPr/>
            <a:r>
              <a:t>Body Level One</a:t>
            </a:r>
          </a:p>
          <a:p>
            <a:pPr lvl="1"/>
            <a:r>
              <a:t>Body Level Two</a:t>
            </a:r>
          </a:p>
          <a:p>
            <a:pPr lvl="2"/>
            <a:r>
              <a:t>Body Level Three</a:t>
            </a:r>
          </a:p>
          <a:p>
            <a:pPr lvl="3"/>
            <a:r>
              <a:t>Body Level Four</a:t>
            </a:r>
          </a:p>
          <a:p>
            <a:pPr lvl="4"/>
            <a:r>
              <a:t>Body Level Five</a:t>
            </a:r>
          </a:p>
        </p:txBody>
      </p:sp>
      <p:sp>
        <p:nvSpPr>
          <p:cNvPr id="6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Live Video Small">
    <p:spTree>
      <p:nvGrpSpPr>
        <p:cNvPr id="1" name=""/>
        <p:cNvGrpSpPr/>
        <p:nvPr/>
      </p:nvGrpSpPr>
      <p:grpSpPr>
        <a:xfrm>
          <a:off x="0" y="0"/>
          <a:ext cx="0" cy="0"/>
          <a:chOff x="0" y="0"/>
          <a:chExt cx="0" cy="0"/>
        </a:xfrm>
      </p:grpSpPr>
      <p:sp>
        <p:nvSpPr>
          <p:cNvPr id="75" name="Title Text"/>
          <p:cNvSpPr txBox="1"/>
          <p:nvPr>
            <p:ph type="title"/>
          </p:nvPr>
        </p:nvSpPr>
        <p:spPr>
          <a:xfrm>
            <a:off x="3460044" y="1682044"/>
            <a:ext cx="9335912" cy="1016001"/>
          </a:xfrm>
          <a:prstGeom prst="rect">
            <a:avLst/>
          </a:prstGeom>
        </p:spPr>
        <p:txBody>
          <a:bodyPr anchor="ctr"/>
          <a:lstStyle/>
          <a:p>
            <a:pPr/>
            <a:r>
              <a:t>Title Text</a:t>
            </a:r>
          </a:p>
        </p:txBody>
      </p:sp>
      <p:sp>
        <p:nvSpPr>
          <p:cNvPr id="76" name="Body Level One…"/>
          <p:cNvSpPr txBox="1"/>
          <p:nvPr>
            <p:ph type="body" sz="quarter" idx="1"/>
          </p:nvPr>
        </p:nvSpPr>
        <p:spPr>
          <a:xfrm>
            <a:off x="3460044" y="2923822"/>
            <a:ext cx="4543779" cy="4131734"/>
          </a:xfrm>
          <a:prstGeom prst="rect">
            <a:avLst/>
          </a:prstGeom>
        </p:spPr>
        <p:txBody>
          <a:bodyPr anchor="ctr"/>
          <a:lstStyle>
            <a:lvl1pPr marL="352926" indent="-352926" algn="l">
              <a:spcBef>
                <a:spcPts val="3000"/>
              </a:spcBef>
              <a:buSzPct val="125000"/>
              <a:buChar char="•"/>
              <a:defRPr sz="2400"/>
            </a:lvl1pPr>
            <a:lvl2pPr marL="911726" indent="-352926" algn="l">
              <a:spcBef>
                <a:spcPts val="3000"/>
              </a:spcBef>
              <a:buSzPct val="125000"/>
              <a:buChar char="•"/>
              <a:defRPr sz="2400"/>
            </a:lvl2pPr>
            <a:lvl3pPr marL="1470526" indent="-352926" algn="l">
              <a:spcBef>
                <a:spcPts val="3000"/>
              </a:spcBef>
              <a:buSzPct val="125000"/>
              <a:buChar char="•"/>
              <a:defRPr sz="2400"/>
            </a:lvl3pPr>
            <a:lvl4pPr marL="2029326" indent="-352926" algn="l">
              <a:spcBef>
                <a:spcPts val="3000"/>
              </a:spcBef>
              <a:buSzPct val="125000"/>
              <a:buChar char="•"/>
              <a:defRPr sz="2400"/>
            </a:lvl4pPr>
            <a:lvl5pPr marL="2588126" indent="-352926" algn="l">
              <a:spcBef>
                <a:spcPts val="3000"/>
              </a:spcBef>
              <a:buSzPct val="125000"/>
              <a:buChar char="•"/>
              <a:defRPr sz="2400"/>
            </a:lvl5pPr>
          </a:lstStyle>
          <a:p>
            <a:pPr/>
            <a:r>
              <a:t>Body Level One</a:t>
            </a:r>
          </a:p>
          <a:p>
            <a:pPr lvl="1"/>
            <a:r>
              <a:t>Body Level Two</a:t>
            </a:r>
          </a:p>
          <a:p>
            <a:pPr lvl="2"/>
            <a:r>
              <a:t>Body Level Three</a:t>
            </a:r>
          </a:p>
          <a:p>
            <a:pPr lvl="3"/>
            <a:r>
              <a:t>Body Level Four</a:t>
            </a:r>
          </a:p>
          <a:p>
            <a:pPr lvl="4"/>
            <a:r>
              <a:t>Body Level Five</a:t>
            </a:r>
          </a:p>
        </p:txBody>
      </p:sp>
      <p:sp>
        <p:nvSpPr>
          <p:cNvPr id="7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Live Video Large">
    <p:spTree>
      <p:nvGrpSpPr>
        <p:cNvPr id="1" name=""/>
        <p:cNvGrpSpPr/>
        <p:nvPr/>
      </p:nvGrpSpPr>
      <p:grpSpPr>
        <a:xfrm>
          <a:off x="0" y="0"/>
          <a:ext cx="0" cy="0"/>
          <a:chOff x="0" y="0"/>
          <a:chExt cx="0" cy="0"/>
        </a:xfrm>
      </p:grpSpPr>
      <p:sp>
        <p:nvSpPr>
          <p:cNvPr id="84" name="Title Text"/>
          <p:cNvSpPr txBox="1"/>
          <p:nvPr>
            <p:ph type="title"/>
          </p:nvPr>
        </p:nvSpPr>
        <p:spPr>
          <a:xfrm>
            <a:off x="3460044" y="1682044"/>
            <a:ext cx="9335912" cy="1016001"/>
          </a:xfrm>
          <a:prstGeom prst="rect">
            <a:avLst/>
          </a:prstGeom>
        </p:spPr>
        <p:txBody>
          <a:bodyPr anchor="ctr"/>
          <a:lstStyle/>
          <a:p>
            <a:pPr/>
            <a:r>
              <a:t>Title Text</a:t>
            </a:r>
          </a:p>
        </p:txBody>
      </p:sp>
      <p:sp>
        <p:nvSpPr>
          <p:cNvPr id="85" name="Body Level One…"/>
          <p:cNvSpPr txBox="1"/>
          <p:nvPr>
            <p:ph type="body" sz="quarter" idx="1"/>
          </p:nvPr>
        </p:nvSpPr>
        <p:spPr>
          <a:xfrm>
            <a:off x="3460044" y="2923822"/>
            <a:ext cx="4543779" cy="4131734"/>
          </a:xfrm>
          <a:prstGeom prst="rect">
            <a:avLst/>
          </a:prstGeom>
        </p:spPr>
        <p:txBody>
          <a:bodyPr anchor="ctr"/>
          <a:lstStyle>
            <a:lvl1pPr marL="352926" indent="-352926" algn="l">
              <a:spcBef>
                <a:spcPts val="3000"/>
              </a:spcBef>
              <a:buSzPct val="125000"/>
              <a:buChar char="•"/>
              <a:defRPr sz="2400"/>
            </a:lvl1pPr>
            <a:lvl2pPr marL="911726" indent="-352926" algn="l">
              <a:spcBef>
                <a:spcPts val="3000"/>
              </a:spcBef>
              <a:buSzPct val="125000"/>
              <a:buChar char="•"/>
              <a:defRPr sz="2400"/>
            </a:lvl2pPr>
            <a:lvl3pPr marL="1470526" indent="-352926" algn="l">
              <a:spcBef>
                <a:spcPts val="3000"/>
              </a:spcBef>
              <a:buSzPct val="125000"/>
              <a:buChar char="•"/>
              <a:defRPr sz="2400"/>
            </a:lvl3pPr>
            <a:lvl4pPr marL="2029326" indent="-352926" algn="l">
              <a:spcBef>
                <a:spcPts val="3000"/>
              </a:spcBef>
              <a:buSzPct val="125000"/>
              <a:buChar char="•"/>
              <a:defRPr sz="2400"/>
            </a:lvl4pPr>
            <a:lvl5pPr marL="2588126" indent="-352926" algn="l">
              <a:spcBef>
                <a:spcPts val="3000"/>
              </a:spcBef>
              <a:buSzPct val="125000"/>
              <a:buChar char="•"/>
              <a:defRPr sz="2400"/>
            </a:lvl5pPr>
          </a:lstStyle>
          <a:p>
            <a:pPr/>
            <a:r>
              <a:t>Body Level One</a:t>
            </a:r>
          </a:p>
          <a:p>
            <a:pPr lvl="1"/>
            <a:r>
              <a:t>Body Level Two</a:t>
            </a:r>
          </a:p>
          <a:p>
            <a:pPr lvl="2"/>
            <a:r>
              <a:t>Body Level Three</a:t>
            </a:r>
          </a:p>
          <a:p>
            <a:pPr lvl="3"/>
            <a:r>
              <a:t>Body Level Four</a:t>
            </a:r>
          </a:p>
          <a:p>
            <a:pPr lvl="4"/>
            <a:r>
              <a:t>Body Level Five</a:t>
            </a:r>
          </a:p>
        </p:txBody>
      </p:sp>
      <p:sp>
        <p:nvSpPr>
          <p:cNvPr id="86"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ullets">
    <p:spTree>
      <p:nvGrpSpPr>
        <p:cNvPr id="1" name=""/>
        <p:cNvGrpSpPr/>
        <p:nvPr/>
      </p:nvGrpSpPr>
      <p:grpSpPr>
        <a:xfrm>
          <a:off x="0" y="0"/>
          <a:ext cx="0" cy="0"/>
          <a:chOff x="0" y="0"/>
          <a:chExt cx="0" cy="0"/>
        </a:xfrm>
      </p:grpSpPr>
      <p:sp>
        <p:nvSpPr>
          <p:cNvPr id="93" name="Body Level One…"/>
          <p:cNvSpPr txBox="1"/>
          <p:nvPr>
            <p:ph type="body" sz="half" idx="1"/>
          </p:nvPr>
        </p:nvSpPr>
        <p:spPr>
          <a:xfrm>
            <a:off x="3460044" y="2314222"/>
            <a:ext cx="9335912" cy="4515556"/>
          </a:xfrm>
          <a:prstGeom prst="rect">
            <a:avLst/>
          </a:prstGeom>
        </p:spPr>
        <p:txBody>
          <a:bodyPr anchor="ctr"/>
          <a:lstStyle>
            <a:lvl1pPr marL="423333" indent="-423333" algn="l">
              <a:spcBef>
                <a:spcPts val="3900"/>
              </a:spcBef>
              <a:buSzPct val="125000"/>
              <a:buChar char="•"/>
              <a:defRPr sz="3200"/>
            </a:lvl1pPr>
            <a:lvl2pPr marL="1058333" indent="-423333" algn="l">
              <a:spcBef>
                <a:spcPts val="3900"/>
              </a:spcBef>
              <a:buSzPct val="125000"/>
              <a:buChar char="•"/>
              <a:defRPr sz="3200"/>
            </a:lvl2pPr>
            <a:lvl3pPr marL="1693333" indent="-423333" algn="l">
              <a:spcBef>
                <a:spcPts val="3900"/>
              </a:spcBef>
              <a:buSzPct val="125000"/>
              <a:buChar char="•"/>
              <a:defRPr sz="3200"/>
            </a:lvl3pPr>
            <a:lvl4pPr marL="2328333" indent="-423333" algn="l">
              <a:spcBef>
                <a:spcPts val="3900"/>
              </a:spcBef>
              <a:buSzPct val="125000"/>
              <a:buChar char="•"/>
              <a:defRPr sz="3200"/>
            </a:lvl4pPr>
            <a:lvl5pPr marL="2963333" indent="-423333" algn="l">
              <a:spcBef>
                <a:spcPts val="3900"/>
              </a:spcBef>
              <a:buSzPct val="125000"/>
              <a:buChar char="•"/>
              <a:defRPr sz="3200"/>
            </a:lvl5pPr>
          </a:lstStyle>
          <a:p>
            <a:pPr/>
            <a:r>
              <a:t>Body Level One</a:t>
            </a:r>
          </a:p>
          <a:p>
            <a:pPr lvl="1"/>
            <a:r>
              <a:t>Body Level Two</a:t>
            </a:r>
          </a:p>
          <a:p>
            <a:pPr lvl="2"/>
            <a:r>
              <a:t>Body Level Three</a:t>
            </a:r>
          </a:p>
          <a:p>
            <a:pPr lvl="3"/>
            <a:r>
              <a:t>Body Level Four</a:t>
            </a:r>
          </a:p>
          <a:p>
            <a:pPr lvl="4"/>
            <a:r>
              <a:t>Body Level Five</a:t>
            </a:r>
          </a:p>
        </p:txBody>
      </p:sp>
      <p:sp>
        <p:nvSpPr>
          <p:cNvPr id="9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3 Up">
    <p:spTree>
      <p:nvGrpSpPr>
        <p:cNvPr id="1" name=""/>
        <p:cNvGrpSpPr/>
        <p:nvPr/>
      </p:nvGrpSpPr>
      <p:grpSpPr>
        <a:xfrm>
          <a:off x="0" y="0"/>
          <a:ext cx="0" cy="0"/>
          <a:chOff x="0" y="0"/>
          <a:chExt cx="0" cy="0"/>
        </a:xfrm>
      </p:grpSpPr>
      <p:sp>
        <p:nvSpPr>
          <p:cNvPr id="101" name="Close-up of an orange flower surrounded by large tropical leaves"/>
          <p:cNvSpPr/>
          <p:nvPr>
            <p:ph type="pic" sz="quarter" idx="21"/>
          </p:nvPr>
        </p:nvSpPr>
        <p:spPr>
          <a:xfrm>
            <a:off x="9505834" y="4577644"/>
            <a:ext cx="3707221" cy="2466623"/>
          </a:xfrm>
          <a:prstGeom prst="rect">
            <a:avLst/>
          </a:prstGeom>
        </p:spPr>
        <p:txBody>
          <a:bodyPr lIns="91439" tIns="45719" rIns="91439" bIns="45719">
            <a:noAutofit/>
          </a:bodyPr>
          <a:lstStyle/>
          <a:p>
            <a:pPr/>
          </a:p>
        </p:txBody>
      </p:sp>
      <p:sp>
        <p:nvSpPr>
          <p:cNvPr id="102" name="Close-up of a red-eyed tree frog perched on a leaf"/>
          <p:cNvSpPr/>
          <p:nvPr>
            <p:ph type="pic" sz="quarter" idx="22"/>
          </p:nvPr>
        </p:nvSpPr>
        <p:spPr>
          <a:xfrm>
            <a:off x="9313333" y="1947333"/>
            <a:ext cx="3699934" cy="2466623"/>
          </a:xfrm>
          <a:prstGeom prst="rect">
            <a:avLst/>
          </a:prstGeom>
        </p:spPr>
        <p:txBody>
          <a:bodyPr lIns="91439" tIns="45719" rIns="91439" bIns="45719">
            <a:noAutofit/>
          </a:bodyPr>
          <a:lstStyle/>
          <a:p>
            <a:pPr/>
          </a:p>
        </p:txBody>
      </p:sp>
      <p:sp>
        <p:nvSpPr>
          <p:cNvPr id="103" name="River flowing through a tropical forest"/>
          <p:cNvSpPr/>
          <p:nvPr>
            <p:ph type="pic" sz="half" idx="23"/>
          </p:nvPr>
        </p:nvSpPr>
        <p:spPr>
          <a:xfrm>
            <a:off x="2998772" y="1947333"/>
            <a:ext cx="6792767" cy="5096934"/>
          </a:xfrm>
          <a:prstGeom prst="rect">
            <a:avLst/>
          </a:prstGeom>
        </p:spPr>
        <p:txBody>
          <a:bodyPr lIns="91439" tIns="45719" rIns="91439" bIns="45719">
            <a:noAutofit/>
          </a:bodyPr>
          <a:lstStyle/>
          <a:p>
            <a:pPr/>
          </a:p>
        </p:txBody>
      </p:sp>
      <p:sp>
        <p:nvSpPr>
          <p:cNvPr id="10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Quote">
    <p:spTree>
      <p:nvGrpSpPr>
        <p:cNvPr id="1" name=""/>
        <p:cNvGrpSpPr/>
        <p:nvPr/>
      </p:nvGrpSpPr>
      <p:grpSpPr>
        <a:xfrm>
          <a:off x="0" y="0"/>
          <a:ext cx="0" cy="0"/>
          <a:chOff x="0" y="0"/>
          <a:chExt cx="0" cy="0"/>
        </a:xfrm>
      </p:grpSpPr>
      <p:sp>
        <p:nvSpPr>
          <p:cNvPr id="111" name="–Johnny Appleseed"/>
          <p:cNvSpPr txBox="1"/>
          <p:nvPr>
            <p:ph type="body" sz="quarter" idx="21"/>
          </p:nvPr>
        </p:nvSpPr>
        <p:spPr>
          <a:xfrm>
            <a:off x="3770488" y="5503333"/>
            <a:ext cx="8720668" cy="342844"/>
          </a:xfrm>
          <a:prstGeom prst="rect">
            <a:avLst/>
          </a:prstGeom>
        </p:spPr>
        <p:txBody>
          <a:bodyPr>
            <a:spAutoFit/>
          </a:bodyPr>
          <a:lstStyle>
            <a:lvl1pPr>
              <a:defRPr i="1" sz="2000"/>
            </a:lvl1pPr>
          </a:lstStyle>
          <a:p>
            <a:pPr/>
            <a:r>
              <a:t>–Johnny Appleseed</a:t>
            </a:r>
          </a:p>
        </p:txBody>
      </p:sp>
      <p:sp>
        <p:nvSpPr>
          <p:cNvPr id="112" name="“Type a quote here.”"/>
          <p:cNvSpPr txBox="1"/>
          <p:nvPr>
            <p:ph type="body" sz="quarter" idx="22"/>
          </p:nvPr>
        </p:nvSpPr>
        <p:spPr>
          <a:xfrm>
            <a:off x="3770488" y="4143977"/>
            <a:ext cx="8720668" cy="528668"/>
          </a:xfrm>
          <a:prstGeom prst="rect">
            <a:avLst/>
          </a:prstGeom>
        </p:spPr>
        <p:txBody>
          <a:bodyPr anchor="ctr">
            <a:spAutoFit/>
          </a:bodyPr>
          <a:lstStyle>
            <a:lvl1pPr>
              <a:defRPr sz="3200">
                <a:latin typeface="+mn-lt"/>
                <a:ea typeface="+mn-ea"/>
                <a:cs typeface="+mn-cs"/>
                <a:sym typeface="Helvetica Neue Medium"/>
              </a:defRPr>
            </a:lvl1pPr>
          </a:lstStyle>
          <a:p>
            <a:pPr/>
            <a:r>
              <a:t>“Type a quote here.” </a:t>
            </a:r>
          </a:p>
        </p:txBody>
      </p:sp>
      <p:sp>
        <p:nvSpPr>
          <p:cNvPr id="11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p:spTree>
      <p:nvGrpSpPr>
        <p:cNvPr id="1" name=""/>
        <p:cNvGrpSpPr/>
        <p:nvPr/>
      </p:nvGrpSpPr>
      <p:grpSpPr>
        <a:xfrm>
          <a:off x="0" y="0"/>
          <a:ext cx="0" cy="0"/>
          <a:chOff x="0" y="0"/>
          <a:chExt cx="0" cy="0"/>
        </a:xfrm>
      </p:grpSpPr>
      <p:sp>
        <p:nvSpPr>
          <p:cNvPr id="120" name="river flowing through a tropical forest"/>
          <p:cNvSpPr/>
          <p:nvPr>
            <p:ph type="pic" idx="21"/>
          </p:nvPr>
        </p:nvSpPr>
        <p:spPr>
          <a:xfrm>
            <a:off x="2709333" y="506118"/>
            <a:ext cx="10837334" cy="8131764"/>
          </a:xfrm>
          <a:prstGeom prst="rect">
            <a:avLst/>
          </a:prstGeom>
        </p:spPr>
        <p:txBody>
          <a:bodyPr lIns="91439" tIns="45719" rIns="91439" bIns="45719">
            <a:noAutofit/>
          </a:bodyPr>
          <a:lstStyle/>
          <a:p>
            <a:pPr/>
          </a:p>
        </p:txBody>
      </p:sp>
      <p:sp>
        <p:nvSpPr>
          <p:cNvPr id="12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12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000000"/>
        </a:solidFill>
      </p:bgPr>
    </p:bg>
    <p:spTree>
      <p:nvGrpSpPr>
        <p:cNvPr id="1" name=""/>
        <p:cNvGrpSpPr/>
        <p:nvPr/>
      </p:nvGrpSpPr>
      <p:grpSpPr>
        <a:xfrm>
          <a:off x="0" y="0"/>
          <a:ext cx="0" cy="0"/>
          <a:chOff x="0" y="0"/>
          <a:chExt cx="0" cy="0"/>
        </a:xfrm>
      </p:grpSpPr>
      <p:sp>
        <p:nvSpPr>
          <p:cNvPr id="2" name="Title Text"/>
          <p:cNvSpPr txBox="1"/>
          <p:nvPr>
            <p:ph type="title"/>
          </p:nvPr>
        </p:nvSpPr>
        <p:spPr>
          <a:xfrm>
            <a:off x="3499555" y="2545644"/>
            <a:ext cx="9256890" cy="2065868"/>
          </a:xfrm>
          <a:prstGeom prst="rect">
            <a:avLst/>
          </a:prstGeom>
          <a:ln w="3175">
            <a:miter lim="400000"/>
          </a:ln>
          <a:extLst>
            <a:ext uri="{C572A759-6A51-4108-AA02-DFA0A04FC94B}">
              <ma14:wrappingTextBoxFlag xmlns:ma14="http://schemas.microsoft.com/office/mac/drawingml/2011/main" val="1"/>
            </a:ext>
          </a:extLst>
        </p:spPr>
        <p:txBody>
          <a:bodyPr lIns="22577" tIns="22577" rIns="22577" bIns="22577" anchor="b">
            <a:normAutofit fontScale="100000" lnSpcReduction="0"/>
          </a:bodyPr>
          <a:lstStyle/>
          <a:p>
            <a:pPr/>
            <a:r>
              <a:t>Title Text</a:t>
            </a:r>
          </a:p>
        </p:txBody>
      </p:sp>
      <p:sp>
        <p:nvSpPr>
          <p:cNvPr id="3" name="Body Level One…"/>
          <p:cNvSpPr txBox="1"/>
          <p:nvPr>
            <p:ph type="body" idx="1"/>
          </p:nvPr>
        </p:nvSpPr>
        <p:spPr>
          <a:xfrm>
            <a:off x="3499555" y="4667955"/>
            <a:ext cx="9256890" cy="705557"/>
          </a:xfrm>
          <a:prstGeom prst="rect">
            <a:avLst/>
          </a:prstGeom>
          <a:ln w="3175">
            <a:miter lim="400000"/>
          </a:ln>
          <a:extLst>
            <a:ext uri="{C572A759-6A51-4108-AA02-DFA0A04FC94B}">
              <ma14:wrappingTextBoxFlag xmlns:ma14="http://schemas.microsoft.com/office/mac/drawingml/2011/main" val="1"/>
            </a:ext>
          </a:extLst>
        </p:spPr>
        <p:txBody>
          <a:bodyPr lIns="22577" tIns="22577" rIns="22577" bIns="22577">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7983270" y="7337777"/>
            <a:ext cx="283815" cy="267863"/>
          </a:xfrm>
          <a:prstGeom prst="rect">
            <a:avLst/>
          </a:prstGeom>
          <a:ln w="3175">
            <a:miter lim="400000"/>
          </a:ln>
        </p:spPr>
        <p:txBody>
          <a:bodyPr wrap="none" lIns="22577" tIns="22577" rIns="22577" bIns="22577">
            <a:spAutoFit/>
          </a:bodyPr>
          <a:lstStyle>
            <a:lvl1pPr algn="ctr">
              <a:spcBef>
                <a:spcPts val="0"/>
              </a:spcBef>
              <a:defRPr sz="1600">
                <a:latin typeface="Helvetica Neue Light"/>
                <a:ea typeface="Helvetica Neue Light"/>
                <a:cs typeface="Helvetica Neue Light"/>
                <a:sym typeface="Helvetica Neue Light"/>
              </a:defRPr>
            </a:lvl1pPr>
          </a:lstStyle>
          <a:p>
            <a:pPr/>
            <a:fld id="{86CB4B4D-7CA3-9044-876B-883B54F8677D}" type="slidenum"/>
          </a:p>
        </p:txBody>
      </p:sp>
    </p:spTree>
  </p:cSld>
  <p:clrMap bg1="dk1" tx1="lt1" bg2="dk2" tx2="lt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xmlns:p14="http://schemas.microsoft.com/office/powerpoint/2010/main" spd="med" advClick="1"/>
  <p:txStyles>
    <p:titleStyle>
      <a:lvl1pPr marL="0" marR="0" indent="0" algn="ctr" defTabSz="550333" rtl="0" latinLnBrk="0">
        <a:lnSpc>
          <a:spcPct val="100000"/>
        </a:lnSpc>
        <a:spcBef>
          <a:spcPts val="0"/>
        </a:spcBef>
        <a:spcAft>
          <a:spcPts val="0"/>
        </a:spcAft>
        <a:buClrTx/>
        <a:buSzTx/>
        <a:buFontTx/>
        <a:buNone/>
        <a:tabLst/>
        <a:defRPr b="0" baseline="0" cap="none" i="0" spc="0" strike="noStrike" sz="7400" u="none">
          <a:solidFill>
            <a:srgbClr val="FFFFFF"/>
          </a:solidFill>
          <a:uFillTx/>
          <a:latin typeface="+mn-lt"/>
          <a:ea typeface="+mn-ea"/>
          <a:cs typeface="+mn-cs"/>
          <a:sym typeface="Helvetica Neue Medium"/>
        </a:defRPr>
      </a:lvl1pPr>
      <a:lvl2pPr marL="0" marR="0" indent="0" algn="ctr" defTabSz="550333" rtl="0" latinLnBrk="0">
        <a:lnSpc>
          <a:spcPct val="100000"/>
        </a:lnSpc>
        <a:spcBef>
          <a:spcPts val="0"/>
        </a:spcBef>
        <a:spcAft>
          <a:spcPts val="0"/>
        </a:spcAft>
        <a:buClrTx/>
        <a:buSzTx/>
        <a:buFontTx/>
        <a:buNone/>
        <a:tabLst/>
        <a:defRPr b="0" baseline="0" cap="none" i="0" spc="0" strike="noStrike" sz="7400" u="none">
          <a:solidFill>
            <a:srgbClr val="FFFFFF"/>
          </a:solidFill>
          <a:uFillTx/>
          <a:latin typeface="+mn-lt"/>
          <a:ea typeface="+mn-ea"/>
          <a:cs typeface="+mn-cs"/>
          <a:sym typeface="Helvetica Neue Medium"/>
        </a:defRPr>
      </a:lvl2pPr>
      <a:lvl3pPr marL="0" marR="0" indent="0" algn="ctr" defTabSz="550333" rtl="0" latinLnBrk="0">
        <a:lnSpc>
          <a:spcPct val="100000"/>
        </a:lnSpc>
        <a:spcBef>
          <a:spcPts val="0"/>
        </a:spcBef>
        <a:spcAft>
          <a:spcPts val="0"/>
        </a:spcAft>
        <a:buClrTx/>
        <a:buSzTx/>
        <a:buFontTx/>
        <a:buNone/>
        <a:tabLst/>
        <a:defRPr b="0" baseline="0" cap="none" i="0" spc="0" strike="noStrike" sz="7400" u="none">
          <a:solidFill>
            <a:srgbClr val="FFFFFF"/>
          </a:solidFill>
          <a:uFillTx/>
          <a:latin typeface="+mn-lt"/>
          <a:ea typeface="+mn-ea"/>
          <a:cs typeface="+mn-cs"/>
          <a:sym typeface="Helvetica Neue Medium"/>
        </a:defRPr>
      </a:lvl3pPr>
      <a:lvl4pPr marL="0" marR="0" indent="0" algn="ctr" defTabSz="550333" rtl="0" latinLnBrk="0">
        <a:lnSpc>
          <a:spcPct val="100000"/>
        </a:lnSpc>
        <a:spcBef>
          <a:spcPts val="0"/>
        </a:spcBef>
        <a:spcAft>
          <a:spcPts val="0"/>
        </a:spcAft>
        <a:buClrTx/>
        <a:buSzTx/>
        <a:buFontTx/>
        <a:buNone/>
        <a:tabLst/>
        <a:defRPr b="0" baseline="0" cap="none" i="0" spc="0" strike="noStrike" sz="7400" u="none">
          <a:solidFill>
            <a:srgbClr val="FFFFFF"/>
          </a:solidFill>
          <a:uFillTx/>
          <a:latin typeface="+mn-lt"/>
          <a:ea typeface="+mn-ea"/>
          <a:cs typeface="+mn-cs"/>
          <a:sym typeface="Helvetica Neue Medium"/>
        </a:defRPr>
      </a:lvl4pPr>
      <a:lvl5pPr marL="0" marR="0" indent="0" algn="ctr" defTabSz="550333" rtl="0" latinLnBrk="0">
        <a:lnSpc>
          <a:spcPct val="100000"/>
        </a:lnSpc>
        <a:spcBef>
          <a:spcPts val="0"/>
        </a:spcBef>
        <a:spcAft>
          <a:spcPts val="0"/>
        </a:spcAft>
        <a:buClrTx/>
        <a:buSzTx/>
        <a:buFontTx/>
        <a:buNone/>
        <a:tabLst/>
        <a:defRPr b="0" baseline="0" cap="none" i="0" spc="0" strike="noStrike" sz="7400" u="none">
          <a:solidFill>
            <a:srgbClr val="FFFFFF"/>
          </a:solidFill>
          <a:uFillTx/>
          <a:latin typeface="+mn-lt"/>
          <a:ea typeface="+mn-ea"/>
          <a:cs typeface="+mn-cs"/>
          <a:sym typeface="Helvetica Neue Medium"/>
        </a:defRPr>
      </a:lvl5pPr>
      <a:lvl6pPr marL="0" marR="0" indent="0" algn="ctr" defTabSz="550333" rtl="0" latinLnBrk="0">
        <a:lnSpc>
          <a:spcPct val="100000"/>
        </a:lnSpc>
        <a:spcBef>
          <a:spcPts val="0"/>
        </a:spcBef>
        <a:spcAft>
          <a:spcPts val="0"/>
        </a:spcAft>
        <a:buClrTx/>
        <a:buSzTx/>
        <a:buFontTx/>
        <a:buNone/>
        <a:tabLst/>
        <a:defRPr b="0" baseline="0" cap="none" i="0" spc="0" strike="noStrike" sz="7400" u="none">
          <a:solidFill>
            <a:srgbClr val="FFFFFF"/>
          </a:solidFill>
          <a:uFillTx/>
          <a:latin typeface="+mn-lt"/>
          <a:ea typeface="+mn-ea"/>
          <a:cs typeface="+mn-cs"/>
          <a:sym typeface="Helvetica Neue Medium"/>
        </a:defRPr>
      </a:lvl6pPr>
      <a:lvl7pPr marL="0" marR="0" indent="0" algn="ctr" defTabSz="550333" rtl="0" latinLnBrk="0">
        <a:lnSpc>
          <a:spcPct val="100000"/>
        </a:lnSpc>
        <a:spcBef>
          <a:spcPts val="0"/>
        </a:spcBef>
        <a:spcAft>
          <a:spcPts val="0"/>
        </a:spcAft>
        <a:buClrTx/>
        <a:buSzTx/>
        <a:buFontTx/>
        <a:buNone/>
        <a:tabLst/>
        <a:defRPr b="0" baseline="0" cap="none" i="0" spc="0" strike="noStrike" sz="7400" u="none">
          <a:solidFill>
            <a:srgbClr val="FFFFFF"/>
          </a:solidFill>
          <a:uFillTx/>
          <a:latin typeface="+mn-lt"/>
          <a:ea typeface="+mn-ea"/>
          <a:cs typeface="+mn-cs"/>
          <a:sym typeface="Helvetica Neue Medium"/>
        </a:defRPr>
      </a:lvl7pPr>
      <a:lvl8pPr marL="0" marR="0" indent="0" algn="ctr" defTabSz="550333" rtl="0" latinLnBrk="0">
        <a:lnSpc>
          <a:spcPct val="100000"/>
        </a:lnSpc>
        <a:spcBef>
          <a:spcPts val="0"/>
        </a:spcBef>
        <a:spcAft>
          <a:spcPts val="0"/>
        </a:spcAft>
        <a:buClrTx/>
        <a:buSzTx/>
        <a:buFontTx/>
        <a:buNone/>
        <a:tabLst/>
        <a:defRPr b="0" baseline="0" cap="none" i="0" spc="0" strike="noStrike" sz="7400" u="none">
          <a:solidFill>
            <a:srgbClr val="FFFFFF"/>
          </a:solidFill>
          <a:uFillTx/>
          <a:latin typeface="+mn-lt"/>
          <a:ea typeface="+mn-ea"/>
          <a:cs typeface="+mn-cs"/>
          <a:sym typeface="Helvetica Neue Medium"/>
        </a:defRPr>
      </a:lvl8pPr>
      <a:lvl9pPr marL="0" marR="0" indent="0" algn="ctr" defTabSz="550333" rtl="0" latinLnBrk="0">
        <a:lnSpc>
          <a:spcPct val="100000"/>
        </a:lnSpc>
        <a:spcBef>
          <a:spcPts val="0"/>
        </a:spcBef>
        <a:spcAft>
          <a:spcPts val="0"/>
        </a:spcAft>
        <a:buClrTx/>
        <a:buSzTx/>
        <a:buFontTx/>
        <a:buNone/>
        <a:tabLst/>
        <a:defRPr b="0" baseline="0" cap="none" i="0" spc="0" strike="noStrike" sz="7400" u="none">
          <a:solidFill>
            <a:srgbClr val="FFFFFF"/>
          </a:solidFill>
          <a:uFillTx/>
          <a:latin typeface="+mn-lt"/>
          <a:ea typeface="+mn-ea"/>
          <a:cs typeface="+mn-cs"/>
          <a:sym typeface="Helvetica Neue Medium"/>
        </a:defRPr>
      </a:lvl9pPr>
    </p:titleStyle>
    <p:bodyStyle>
      <a:lvl1pPr marL="0" marR="0" indent="0" algn="ctr" defTabSz="550333" rtl="0" latinLnBrk="0">
        <a:lnSpc>
          <a:spcPct val="100000"/>
        </a:lnSpc>
        <a:spcBef>
          <a:spcPts val="0"/>
        </a:spcBef>
        <a:spcAft>
          <a:spcPts val="0"/>
        </a:spcAft>
        <a:buClrTx/>
        <a:buSzTx/>
        <a:buFontTx/>
        <a:buNone/>
        <a:tabLst/>
        <a:defRPr b="0" baseline="0" cap="none" i="0" spc="0" strike="noStrike" sz="3600" u="none">
          <a:solidFill>
            <a:srgbClr val="FFFFFF"/>
          </a:solidFill>
          <a:uFillTx/>
          <a:latin typeface="Helvetica Neue"/>
          <a:ea typeface="Helvetica Neue"/>
          <a:cs typeface="Helvetica Neue"/>
          <a:sym typeface="Helvetica Neue"/>
        </a:defRPr>
      </a:lvl1pPr>
      <a:lvl2pPr marL="0" marR="0" indent="0" algn="ctr" defTabSz="550333" rtl="0" latinLnBrk="0">
        <a:lnSpc>
          <a:spcPct val="100000"/>
        </a:lnSpc>
        <a:spcBef>
          <a:spcPts val="0"/>
        </a:spcBef>
        <a:spcAft>
          <a:spcPts val="0"/>
        </a:spcAft>
        <a:buClrTx/>
        <a:buSzTx/>
        <a:buFontTx/>
        <a:buNone/>
        <a:tabLst/>
        <a:defRPr b="0" baseline="0" cap="none" i="0" spc="0" strike="noStrike" sz="3600" u="none">
          <a:solidFill>
            <a:srgbClr val="FFFFFF"/>
          </a:solidFill>
          <a:uFillTx/>
          <a:latin typeface="Helvetica Neue"/>
          <a:ea typeface="Helvetica Neue"/>
          <a:cs typeface="Helvetica Neue"/>
          <a:sym typeface="Helvetica Neue"/>
        </a:defRPr>
      </a:lvl2pPr>
      <a:lvl3pPr marL="0" marR="0" indent="0" algn="ctr" defTabSz="550333" rtl="0" latinLnBrk="0">
        <a:lnSpc>
          <a:spcPct val="100000"/>
        </a:lnSpc>
        <a:spcBef>
          <a:spcPts val="0"/>
        </a:spcBef>
        <a:spcAft>
          <a:spcPts val="0"/>
        </a:spcAft>
        <a:buClrTx/>
        <a:buSzTx/>
        <a:buFontTx/>
        <a:buNone/>
        <a:tabLst/>
        <a:defRPr b="0" baseline="0" cap="none" i="0" spc="0" strike="noStrike" sz="3600" u="none">
          <a:solidFill>
            <a:srgbClr val="FFFFFF"/>
          </a:solidFill>
          <a:uFillTx/>
          <a:latin typeface="Helvetica Neue"/>
          <a:ea typeface="Helvetica Neue"/>
          <a:cs typeface="Helvetica Neue"/>
          <a:sym typeface="Helvetica Neue"/>
        </a:defRPr>
      </a:lvl3pPr>
      <a:lvl4pPr marL="0" marR="0" indent="0" algn="ctr" defTabSz="550333" rtl="0" latinLnBrk="0">
        <a:lnSpc>
          <a:spcPct val="100000"/>
        </a:lnSpc>
        <a:spcBef>
          <a:spcPts val="0"/>
        </a:spcBef>
        <a:spcAft>
          <a:spcPts val="0"/>
        </a:spcAft>
        <a:buClrTx/>
        <a:buSzTx/>
        <a:buFontTx/>
        <a:buNone/>
        <a:tabLst/>
        <a:defRPr b="0" baseline="0" cap="none" i="0" spc="0" strike="noStrike" sz="3600" u="none">
          <a:solidFill>
            <a:srgbClr val="FFFFFF"/>
          </a:solidFill>
          <a:uFillTx/>
          <a:latin typeface="Helvetica Neue"/>
          <a:ea typeface="Helvetica Neue"/>
          <a:cs typeface="Helvetica Neue"/>
          <a:sym typeface="Helvetica Neue"/>
        </a:defRPr>
      </a:lvl4pPr>
      <a:lvl5pPr marL="0" marR="0" indent="0" algn="ctr" defTabSz="550333" rtl="0" latinLnBrk="0">
        <a:lnSpc>
          <a:spcPct val="100000"/>
        </a:lnSpc>
        <a:spcBef>
          <a:spcPts val="0"/>
        </a:spcBef>
        <a:spcAft>
          <a:spcPts val="0"/>
        </a:spcAft>
        <a:buClrTx/>
        <a:buSzTx/>
        <a:buFontTx/>
        <a:buNone/>
        <a:tabLst/>
        <a:defRPr b="0" baseline="0" cap="none" i="0" spc="0" strike="noStrike" sz="3600" u="none">
          <a:solidFill>
            <a:srgbClr val="FFFFFF"/>
          </a:solidFill>
          <a:uFillTx/>
          <a:latin typeface="Helvetica Neue"/>
          <a:ea typeface="Helvetica Neue"/>
          <a:cs typeface="Helvetica Neue"/>
          <a:sym typeface="Helvetica Neue"/>
        </a:defRPr>
      </a:lvl5pPr>
      <a:lvl6pPr marL="0" marR="0" indent="0" algn="ctr" defTabSz="550333" rtl="0" latinLnBrk="0">
        <a:lnSpc>
          <a:spcPct val="100000"/>
        </a:lnSpc>
        <a:spcBef>
          <a:spcPts val="0"/>
        </a:spcBef>
        <a:spcAft>
          <a:spcPts val="0"/>
        </a:spcAft>
        <a:buClrTx/>
        <a:buSzTx/>
        <a:buFontTx/>
        <a:buNone/>
        <a:tabLst/>
        <a:defRPr b="0" baseline="0" cap="none" i="0" spc="0" strike="noStrike" sz="3600" u="none">
          <a:solidFill>
            <a:srgbClr val="FFFFFF"/>
          </a:solidFill>
          <a:uFillTx/>
          <a:latin typeface="Helvetica Neue"/>
          <a:ea typeface="Helvetica Neue"/>
          <a:cs typeface="Helvetica Neue"/>
          <a:sym typeface="Helvetica Neue"/>
        </a:defRPr>
      </a:lvl6pPr>
      <a:lvl7pPr marL="0" marR="0" indent="0" algn="ctr" defTabSz="550333" rtl="0" latinLnBrk="0">
        <a:lnSpc>
          <a:spcPct val="100000"/>
        </a:lnSpc>
        <a:spcBef>
          <a:spcPts val="0"/>
        </a:spcBef>
        <a:spcAft>
          <a:spcPts val="0"/>
        </a:spcAft>
        <a:buClrTx/>
        <a:buSzTx/>
        <a:buFontTx/>
        <a:buNone/>
        <a:tabLst/>
        <a:defRPr b="0" baseline="0" cap="none" i="0" spc="0" strike="noStrike" sz="3600" u="none">
          <a:solidFill>
            <a:srgbClr val="FFFFFF"/>
          </a:solidFill>
          <a:uFillTx/>
          <a:latin typeface="Helvetica Neue"/>
          <a:ea typeface="Helvetica Neue"/>
          <a:cs typeface="Helvetica Neue"/>
          <a:sym typeface="Helvetica Neue"/>
        </a:defRPr>
      </a:lvl7pPr>
      <a:lvl8pPr marL="0" marR="0" indent="0" algn="ctr" defTabSz="550333" rtl="0" latinLnBrk="0">
        <a:lnSpc>
          <a:spcPct val="100000"/>
        </a:lnSpc>
        <a:spcBef>
          <a:spcPts val="0"/>
        </a:spcBef>
        <a:spcAft>
          <a:spcPts val="0"/>
        </a:spcAft>
        <a:buClrTx/>
        <a:buSzTx/>
        <a:buFontTx/>
        <a:buNone/>
        <a:tabLst/>
        <a:defRPr b="0" baseline="0" cap="none" i="0" spc="0" strike="noStrike" sz="3600" u="none">
          <a:solidFill>
            <a:srgbClr val="FFFFFF"/>
          </a:solidFill>
          <a:uFillTx/>
          <a:latin typeface="Helvetica Neue"/>
          <a:ea typeface="Helvetica Neue"/>
          <a:cs typeface="Helvetica Neue"/>
          <a:sym typeface="Helvetica Neue"/>
        </a:defRPr>
      </a:lvl8pPr>
      <a:lvl9pPr marL="0" marR="0" indent="0" algn="ctr" defTabSz="550333" rtl="0" latinLnBrk="0">
        <a:lnSpc>
          <a:spcPct val="100000"/>
        </a:lnSpc>
        <a:spcBef>
          <a:spcPts val="0"/>
        </a:spcBef>
        <a:spcAft>
          <a:spcPts val="0"/>
        </a:spcAft>
        <a:buClrTx/>
        <a:buSzTx/>
        <a:buFontTx/>
        <a:buNone/>
        <a:tabLst/>
        <a:defRPr b="0" baseline="0" cap="none" i="0" spc="0" strike="noStrike" sz="3600" u="none">
          <a:solidFill>
            <a:srgbClr val="FFFFFF"/>
          </a:solidFill>
          <a:uFillTx/>
          <a:latin typeface="Helvetica Neue"/>
          <a:ea typeface="Helvetica Neue"/>
          <a:cs typeface="Helvetica Neue"/>
          <a:sym typeface="Helvetica Neue"/>
        </a:defRPr>
      </a:lvl9pPr>
    </p:bodyStyle>
    <p:otherStyle>
      <a:lvl1pPr marL="0" marR="0" indent="0" algn="ctr" defTabSz="550333" latinLnBrk="0">
        <a:lnSpc>
          <a:spcPct val="100000"/>
        </a:lnSpc>
        <a:spcBef>
          <a:spcPts val="0"/>
        </a:spcBef>
        <a:spcAft>
          <a:spcPts val="0"/>
        </a:spcAft>
        <a:buClrTx/>
        <a:buSzTx/>
        <a:buFontTx/>
        <a:buNone/>
        <a:tabLst/>
        <a:defRPr b="0" baseline="0" cap="none" i="0" spc="0" strike="noStrike" sz="1600" u="none">
          <a:solidFill>
            <a:schemeClr val="tx1"/>
          </a:solidFill>
          <a:uFillTx/>
          <a:latin typeface="+mn-lt"/>
          <a:ea typeface="+mn-ea"/>
          <a:cs typeface="+mn-cs"/>
          <a:sym typeface="Helvetica Neue Light"/>
        </a:defRPr>
      </a:lvl1pPr>
      <a:lvl2pPr marL="0" marR="0" indent="228600" algn="ctr" defTabSz="550333" latinLnBrk="0">
        <a:lnSpc>
          <a:spcPct val="100000"/>
        </a:lnSpc>
        <a:spcBef>
          <a:spcPts val="0"/>
        </a:spcBef>
        <a:spcAft>
          <a:spcPts val="0"/>
        </a:spcAft>
        <a:buClrTx/>
        <a:buSzTx/>
        <a:buFontTx/>
        <a:buNone/>
        <a:tabLst/>
        <a:defRPr b="0" baseline="0" cap="none" i="0" spc="0" strike="noStrike" sz="1600" u="none">
          <a:solidFill>
            <a:schemeClr val="tx1"/>
          </a:solidFill>
          <a:uFillTx/>
          <a:latin typeface="+mn-lt"/>
          <a:ea typeface="+mn-ea"/>
          <a:cs typeface="+mn-cs"/>
          <a:sym typeface="Helvetica Neue Light"/>
        </a:defRPr>
      </a:lvl2pPr>
      <a:lvl3pPr marL="0" marR="0" indent="457200" algn="ctr" defTabSz="550333" latinLnBrk="0">
        <a:lnSpc>
          <a:spcPct val="100000"/>
        </a:lnSpc>
        <a:spcBef>
          <a:spcPts val="0"/>
        </a:spcBef>
        <a:spcAft>
          <a:spcPts val="0"/>
        </a:spcAft>
        <a:buClrTx/>
        <a:buSzTx/>
        <a:buFontTx/>
        <a:buNone/>
        <a:tabLst/>
        <a:defRPr b="0" baseline="0" cap="none" i="0" spc="0" strike="noStrike" sz="1600" u="none">
          <a:solidFill>
            <a:schemeClr val="tx1"/>
          </a:solidFill>
          <a:uFillTx/>
          <a:latin typeface="+mn-lt"/>
          <a:ea typeface="+mn-ea"/>
          <a:cs typeface="+mn-cs"/>
          <a:sym typeface="Helvetica Neue Light"/>
        </a:defRPr>
      </a:lvl3pPr>
      <a:lvl4pPr marL="0" marR="0" indent="685800" algn="ctr" defTabSz="550333" latinLnBrk="0">
        <a:lnSpc>
          <a:spcPct val="100000"/>
        </a:lnSpc>
        <a:spcBef>
          <a:spcPts val="0"/>
        </a:spcBef>
        <a:spcAft>
          <a:spcPts val="0"/>
        </a:spcAft>
        <a:buClrTx/>
        <a:buSzTx/>
        <a:buFontTx/>
        <a:buNone/>
        <a:tabLst/>
        <a:defRPr b="0" baseline="0" cap="none" i="0" spc="0" strike="noStrike" sz="1600" u="none">
          <a:solidFill>
            <a:schemeClr val="tx1"/>
          </a:solidFill>
          <a:uFillTx/>
          <a:latin typeface="+mn-lt"/>
          <a:ea typeface="+mn-ea"/>
          <a:cs typeface="+mn-cs"/>
          <a:sym typeface="Helvetica Neue Light"/>
        </a:defRPr>
      </a:lvl4pPr>
      <a:lvl5pPr marL="0" marR="0" indent="914400" algn="ctr" defTabSz="550333" latinLnBrk="0">
        <a:lnSpc>
          <a:spcPct val="100000"/>
        </a:lnSpc>
        <a:spcBef>
          <a:spcPts val="0"/>
        </a:spcBef>
        <a:spcAft>
          <a:spcPts val="0"/>
        </a:spcAft>
        <a:buClrTx/>
        <a:buSzTx/>
        <a:buFontTx/>
        <a:buNone/>
        <a:tabLst/>
        <a:defRPr b="0" baseline="0" cap="none" i="0" spc="0" strike="noStrike" sz="1600" u="none">
          <a:solidFill>
            <a:schemeClr val="tx1"/>
          </a:solidFill>
          <a:uFillTx/>
          <a:latin typeface="+mn-lt"/>
          <a:ea typeface="+mn-ea"/>
          <a:cs typeface="+mn-cs"/>
          <a:sym typeface="Helvetica Neue Light"/>
        </a:defRPr>
      </a:lvl5pPr>
      <a:lvl6pPr marL="0" marR="0" indent="1143000" algn="ctr" defTabSz="550333" latinLnBrk="0">
        <a:lnSpc>
          <a:spcPct val="100000"/>
        </a:lnSpc>
        <a:spcBef>
          <a:spcPts val="0"/>
        </a:spcBef>
        <a:spcAft>
          <a:spcPts val="0"/>
        </a:spcAft>
        <a:buClrTx/>
        <a:buSzTx/>
        <a:buFontTx/>
        <a:buNone/>
        <a:tabLst/>
        <a:defRPr b="0" baseline="0" cap="none" i="0" spc="0" strike="noStrike" sz="1600" u="none">
          <a:solidFill>
            <a:schemeClr val="tx1"/>
          </a:solidFill>
          <a:uFillTx/>
          <a:latin typeface="+mn-lt"/>
          <a:ea typeface="+mn-ea"/>
          <a:cs typeface="+mn-cs"/>
          <a:sym typeface="Helvetica Neue Light"/>
        </a:defRPr>
      </a:lvl6pPr>
      <a:lvl7pPr marL="0" marR="0" indent="1371600" algn="ctr" defTabSz="550333" latinLnBrk="0">
        <a:lnSpc>
          <a:spcPct val="100000"/>
        </a:lnSpc>
        <a:spcBef>
          <a:spcPts val="0"/>
        </a:spcBef>
        <a:spcAft>
          <a:spcPts val="0"/>
        </a:spcAft>
        <a:buClrTx/>
        <a:buSzTx/>
        <a:buFontTx/>
        <a:buNone/>
        <a:tabLst/>
        <a:defRPr b="0" baseline="0" cap="none" i="0" spc="0" strike="noStrike" sz="1600" u="none">
          <a:solidFill>
            <a:schemeClr val="tx1"/>
          </a:solidFill>
          <a:uFillTx/>
          <a:latin typeface="+mn-lt"/>
          <a:ea typeface="+mn-ea"/>
          <a:cs typeface="+mn-cs"/>
          <a:sym typeface="Helvetica Neue Light"/>
        </a:defRPr>
      </a:lvl7pPr>
      <a:lvl8pPr marL="0" marR="0" indent="1600200" algn="ctr" defTabSz="550333" latinLnBrk="0">
        <a:lnSpc>
          <a:spcPct val="100000"/>
        </a:lnSpc>
        <a:spcBef>
          <a:spcPts val="0"/>
        </a:spcBef>
        <a:spcAft>
          <a:spcPts val="0"/>
        </a:spcAft>
        <a:buClrTx/>
        <a:buSzTx/>
        <a:buFontTx/>
        <a:buNone/>
        <a:tabLst/>
        <a:defRPr b="0" baseline="0" cap="none" i="0" spc="0" strike="noStrike" sz="1600" u="none">
          <a:solidFill>
            <a:schemeClr val="tx1"/>
          </a:solidFill>
          <a:uFillTx/>
          <a:latin typeface="+mn-lt"/>
          <a:ea typeface="+mn-ea"/>
          <a:cs typeface="+mn-cs"/>
          <a:sym typeface="Helvetica Neue Light"/>
        </a:defRPr>
      </a:lvl8pPr>
      <a:lvl9pPr marL="0" marR="0" indent="1828800" algn="ctr" defTabSz="550333" latinLnBrk="0">
        <a:lnSpc>
          <a:spcPct val="100000"/>
        </a:lnSpc>
        <a:spcBef>
          <a:spcPts val="0"/>
        </a:spcBef>
        <a:spcAft>
          <a:spcPts val="0"/>
        </a:spcAft>
        <a:buClrTx/>
        <a:buSzTx/>
        <a:buFontTx/>
        <a:buNone/>
        <a:tabLst/>
        <a:defRPr b="0" baseline="0" cap="none" i="0" spc="0" strike="noStrike" sz="1600" u="none">
          <a:solidFill>
            <a:schemeClr val="tx1"/>
          </a:solidFill>
          <a:uFillTx/>
          <a:latin typeface="+mn-lt"/>
          <a:ea typeface="+mn-ea"/>
          <a:cs typeface="+mn-cs"/>
          <a:sym typeface="Helvetica Neue Light"/>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liquid-background.png"/><Relationship Id="rId3"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platform-capture.png"/><Relationship Id="rId3"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liquid-background.png"/><Relationship Id="rId3" Type="http://schemas.openxmlformats.org/officeDocument/2006/relationships/hyperlink" Target="https://github.com/JaviChulvi/hype-radar" TargetMode="External"/><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showMasterSp="0">
  <p:cSld name="Hype Radar">
    <p:bg>
      <p:bgPr>
        <a:solidFill>
          <a:srgbClr val="181713"/>
        </a:solidFill>
        <a:effectLst/>
      </p:bgPr>
    </p:bg>
    <p:spTree>
      <p:nvGrpSpPr>
        <p:cNvPr id="1" name=""/>
        <p:cNvGrpSpPr/>
        <p:nvPr/>
      </p:nvGrpSpPr>
      <p:grpSpPr>
        <a:xfrm>
          <a:off x="0" y="0"/>
          <a:ext cx="0" cy="0"/>
          <a:chOff x="0" y="0"/>
          <a:chExt cx="0" cy="0"/>
        </a:xfrm>
      </p:grpSpPr>
      <p:pic>
        <p:nvPicPr>
          <p:cNvPr id="2" name="liquid-background.png"/>
          <p:cNvPicPr>
            <a:picLocks noChangeAspect="1"/>
          </p:cNvPicPr>
          <p:nvPr/>
        </p:nvPicPr>
        <p:blipFill>
          <a:blip r:embed="rId2"/>
          <a:stretch>
            <a:fillRect/>
          </a:stretch>
        </p:blipFill>
        <p:spPr>
          <a:xfrm>
            <a:off x="0" y="0"/>
            <a:ext cx="12192000" cy="6858000"/>
          </a:xfrm>
          <a:prstGeom prst="rect">
            <a:avLst/>
          </a:prstGeom>
          <a:ln>
            <a:noFill/>
          </a:ln>
        </p:spPr>
      </p:pic>
      <p:sp>
        <p:nvSpPr>
          <p:cNvPr id="3" name="HYPE RADAR"/>
          <p:cNvSpPr txBox="1"/>
          <p:nvPr/>
        </p:nvSpPr>
        <p:spPr>
          <a:xfrm>
            <a:off x="685800" y="1819275"/>
            <a:ext cx="8096250" cy="11430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7050" b="1">
                <a:solidFill>
                  <a:srgbClr val="E8E5DC"/>
                </a:solidFill>
                <a:latin typeface="Arial"/>
                <a:ea typeface="Arial"/>
                <a:cs typeface="Arial"/>
              </a:defRPr>
            </a:pPr>
            <a:r>
              <a:rPr lang="es-ES" sz="7050" b="1">
                <a:solidFill>
                  <a:srgbClr val="E8E5DC"/>
                </a:solidFill>
                <a:latin typeface="Arial"/>
                <a:ea typeface="Arial"/>
                <a:cs typeface="Arial"/>
              </a:rPr>
              <a:t xml:space="preserve">HYPE RADAR</a:t>
            </a:r>
            <a:endParaRPr lang="es-ES" sz="7050"/>
          </a:p>
        </p:txBody>
      </p:sp>
      <p:sp>
        <p:nvSpPr>
          <p:cNvPr id="4" name="Alertas de mercado con evidencia"/>
          <p:cNvSpPr txBox="1"/>
          <p:nvPr/>
        </p:nvSpPr>
        <p:spPr>
          <a:xfrm>
            <a:off x="723900" y="3190875"/>
            <a:ext cx="6762750" cy="13906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3900" b="0">
                <a:solidFill>
                  <a:srgbClr val="E8E5DC"/>
                </a:solidFill>
                <a:latin typeface="Arial"/>
                <a:ea typeface="Arial"/>
                <a:cs typeface="Arial"/>
              </a:defRPr>
            </a:pPr>
            <a:r>
              <a:rPr lang="es-ES" sz="3900" b="0">
                <a:solidFill>
                  <a:srgbClr val="E8E5DC"/>
                </a:solidFill>
                <a:latin typeface="Arial"/>
                <a:ea typeface="Arial"/>
                <a:cs typeface="Arial"/>
              </a:rPr>
              <a:t xml:space="preserve">Alertas de mercado
con evidencia</a:t>
            </a:r>
            <a:endParaRPr lang="es-ES" sz="3900"/>
          </a:p>
        </p:txBody>
      </p:sp>
      <p:sp>
        <p:nvSpPr>
          <p:cNvPr id="5" name="FinTech multimodal para Hyperliquid"/>
          <p:cNvSpPr txBox="1"/>
          <p:nvPr/>
        </p:nvSpPr>
        <p:spPr>
          <a:xfrm>
            <a:off x="742950" y="5467350"/>
            <a:ext cx="7810500" cy="4572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100" b="0">
                <a:solidFill>
                  <a:srgbClr val="B39A6A"/>
                </a:solidFill>
                <a:latin typeface="Arial"/>
                <a:ea typeface="Arial"/>
                <a:cs typeface="Arial"/>
              </a:defRPr>
            </a:pPr>
            <a:r>
              <a:rPr lang="es-ES" sz="2100" b="0">
                <a:solidFill>
                  <a:srgbClr val="B39A6A"/>
                </a:solidFill>
                <a:latin typeface="Arial"/>
                <a:ea typeface="Arial"/>
                <a:cs typeface="Arial"/>
              </a:rPr>
              <a:t xml:space="preserve">FinTech multimodal para Hyperliquid</a:t>
            </a:r>
            <a:endParaRPr lang="es-ES" sz="2100"/>
          </a:p>
        </p:txBody>
      </p:sp>
      <p:sp>
        <p:nvSpPr>
          <p:cNvPr id="6" name="Número de diapositiva"/>
          <p:cNvSpPr txBox="1"/>
          <p:nvPr/>
        </p:nvSpPr>
        <p:spPr>
          <a:xfrm>
            <a:off x="11334750" y="6486525"/>
            <a:ext cx="285750" cy="238125"/>
          </a:xfrm>
          <a:prstGeom prst="rect">
            <a:avLst/>
          </a:prstGeom>
          <a:noFill/>
          <a:ln>
            <a:noFill/>
          </a:ln>
        </p:spPr>
        <p:txBody>
          <a:bodyPr wrap="square" lIns="0" tIns="0" rIns="0" bIns="0" anchor="t">
            <a:noAutofit/>
          </a:bodyPr>
          <a:lstStyle/>
          <a:p>
            <a:pPr algn="r">
              <a:lnSpc>
                <a:spcPct val="112000"/>
              </a:lnSpc>
              <a:spcBef>
                <a:spcPts val="0"/>
              </a:spcBef>
              <a:spcAft>
                <a:spcPts val="0"/>
              </a:spcAft>
              <a:defRPr lang="es-ES" sz="1275" b="0">
                <a:solidFill>
                  <a:srgbClr val="B39A6A"/>
                </a:solidFill>
                <a:latin typeface="Arial"/>
                <a:ea typeface="Arial"/>
                <a:cs typeface="Arial"/>
              </a:defRPr>
            </a:pPr>
            <a:r>
              <a:rPr lang="es-ES" sz="1275" b="0">
                <a:solidFill>
                  <a:srgbClr val="B39A6A"/>
                </a:solidFill>
                <a:latin typeface="Arial"/>
                <a:ea typeface="Arial"/>
                <a:cs typeface="Arial"/>
              </a:rPr>
              <a:t xml:space="preserve">1</a:t>
            </a:r>
            <a:endParaRPr lang="es-ES" sz="1275"/>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fill="hold"/>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showMasterSp="0">
  <p:cSld name="Problema">
    <p:bg>
      <p:bgPr>
        <a:solidFill>
          <a:srgbClr val="181713"/>
        </a:solidFill>
        <a:effectLst/>
      </p:bgPr>
    </p:bg>
    <p:spTree>
      <p:nvGrpSpPr>
        <p:cNvPr id="1" name=""/>
        <p:cNvGrpSpPr/>
        <p:nvPr/>
      </p:nvGrpSpPr>
      <p:grpSpPr>
        <a:xfrm>
          <a:off x="0" y="0"/>
          <a:ext cx="0" cy="0"/>
          <a:chOff x="0" y="0"/>
          <a:chExt cx="0" cy="0"/>
        </a:xfrm>
      </p:grpSpPr>
      <p:sp>
        <p:nvSpPr>
          <p:cNvPr id="2" name="El coste de vigilar el mercado"/>
          <p:cNvSpPr txBox="1"/>
          <p:nvPr/>
        </p:nvSpPr>
        <p:spPr>
          <a:xfrm>
            <a:off x="685800" y="609600"/>
            <a:ext cx="10820400" cy="9525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4200" b="1">
                <a:solidFill>
                  <a:srgbClr val="E8E5DC"/>
                </a:solidFill>
                <a:latin typeface="Arial"/>
                <a:ea typeface="Arial"/>
                <a:cs typeface="Arial"/>
              </a:defRPr>
            </a:pPr>
            <a:r>
              <a:rPr lang="es-ES" sz="4200" b="1">
                <a:solidFill>
                  <a:srgbClr val="E8E5DC"/>
                </a:solidFill>
                <a:latin typeface="Arial"/>
                <a:ea typeface="Arial"/>
                <a:cs typeface="Arial"/>
              </a:rPr>
              <a:t xml:space="preserve">El coste de vigilar el mercado</a:t>
            </a:r>
            <a:endParaRPr lang="es-ES" sz="4200"/>
          </a:p>
        </p:txBody>
      </p:sp>
      <p:sp>
        <p:nvSpPr>
          <p:cNvPr id="3" name="Una condición combina varias señales de mercado"/>
          <p:cNvSpPr txBox="1"/>
          <p:nvPr/>
        </p:nvSpPr>
        <p:spPr>
          <a:xfrm>
            <a:off x="704850" y="2143125"/>
            <a:ext cx="5810250" cy="10668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3150" b="1">
                <a:solidFill>
                  <a:srgbClr val="E8E5DC"/>
                </a:solidFill>
                <a:latin typeface="Arial"/>
                <a:ea typeface="Arial"/>
                <a:cs typeface="Arial"/>
              </a:defRPr>
            </a:pPr>
            <a:r>
              <a:rPr lang="es-ES" sz="3150" b="1">
                <a:solidFill>
                  <a:srgbClr val="E8E5DC"/>
                </a:solidFill>
                <a:latin typeface="Arial"/>
                <a:ea typeface="Arial"/>
                <a:cs typeface="Arial"/>
              </a:rPr>
              <a:t xml:space="preserve">Una condición combina
varias señales de mercado</a:t>
            </a:r>
            <a:endParaRPr lang="es-ES" sz="3150"/>
          </a:p>
        </p:txBody>
      </p:sp>
      <p:sp>
        <p:nvSpPr>
          <p:cNvPr id="4" name="Precio, interés abierto, funding y condiciones del libro de órdenes"/>
          <p:cNvSpPr txBox="1"/>
          <p:nvPr/>
        </p:nvSpPr>
        <p:spPr>
          <a:xfrm>
            <a:off x="704850" y="3486150"/>
            <a:ext cx="5524500" cy="8763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175" b="0">
                <a:solidFill>
                  <a:srgbClr val="B5B1A8"/>
                </a:solidFill>
                <a:latin typeface="Arial"/>
                <a:ea typeface="Arial"/>
                <a:cs typeface="Arial"/>
              </a:defRPr>
            </a:pPr>
            <a:r>
              <a:rPr lang="es-ES" sz="2175" b="0">
                <a:solidFill>
                  <a:srgbClr val="B5B1A8"/>
                </a:solidFill>
                <a:latin typeface="Arial"/>
                <a:ea typeface="Arial"/>
                <a:cs typeface="Arial"/>
              </a:rPr>
              <a:t xml:space="preserve">Precio, interés abierto, funding
y condiciones del libro de órdenes</a:t>
            </a:r>
            <a:endParaRPr lang="es-ES" sz="2175"/>
          </a:p>
        </p:txBody>
      </p:sp>
      <p:sp>
        <p:nvSpPr>
          <p:cNvPr id="5" name="Usuario inicial"/>
          <p:cNvSpPr txBox="1"/>
          <p:nvPr/>
        </p:nvSpPr>
        <p:spPr>
          <a:xfrm>
            <a:off x="7524750" y="2162175"/>
            <a:ext cx="3810000" cy="428625"/>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175" b="1">
                <a:solidFill>
                  <a:srgbClr val="B39A6A"/>
                </a:solidFill>
                <a:latin typeface="Arial"/>
                <a:ea typeface="Arial"/>
                <a:cs typeface="Arial"/>
              </a:defRPr>
            </a:pPr>
            <a:r>
              <a:rPr lang="es-ES" sz="2175" b="1">
                <a:solidFill>
                  <a:srgbClr val="B39A6A"/>
                </a:solidFill>
                <a:latin typeface="Arial"/>
                <a:ea typeface="Arial"/>
                <a:cs typeface="Arial"/>
              </a:rPr>
              <a:t xml:space="preserve">Usuario inicial</a:t>
            </a:r>
            <a:endParaRPr lang="es-ES" sz="2175"/>
          </a:p>
        </p:txBody>
      </p:sp>
      <p:sp>
        <p:nvSpPr>
          <p:cNvPr id="6" name="Trader activo de perpetuos en Hyperliquid que configura sus propios criterios"/>
          <p:cNvSpPr txBox="1"/>
          <p:nvPr/>
        </p:nvSpPr>
        <p:spPr>
          <a:xfrm>
            <a:off x="7524750" y="2847975"/>
            <a:ext cx="3905250" cy="1362075"/>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250" b="0">
                <a:solidFill>
                  <a:srgbClr val="E8E5DC"/>
                </a:solidFill>
                <a:latin typeface="Arial"/>
                <a:ea typeface="Arial"/>
                <a:cs typeface="Arial"/>
              </a:defRPr>
            </a:pPr>
            <a:r>
              <a:rPr lang="es-ES" sz="2250" b="0">
                <a:solidFill>
                  <a:srgbClr val="E8E5DC"/>
                </a:solidFill>
                <a:latin typeface="Arial"/>
                <a:ea typeface="Arial"/>
                <a:cs typeface="Arial"/>
              </a:rPr>
              <a:t xml:space="preserve">Trader activo de perpetuos
en Hyperliquid que configura
sus propios criterios</a:t>
            </a:r>
            <a:endParaRPr lang="es-ES" sz="2250"/>
          </a:p>
        </p:txBody>
      </p:sp>
      <p:sp>
        <p:nvSpPr>
          <p:cNvPr id="7" name="¿Se cumple mi condición con datos suficientes?"/>
          <p:cNvSpPr txBox="1"/>
          <p:nvPr/>
        </p:nvSpPr>
        <p:spPr>
          <a:xfrm>
            <a:off x="704850" y="5381625"/>
            <a:ext cx="10763250" cy="6667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925" b="0">
                <a:solidFill>
                  <a:srgbClr val="B39A6A"/>
                </a:solidFill>
                <a:latin typeface="Arial"/>
                <a:ea typeface="Arial"/>
                <a:cs typeface="Arial"/>
              </a:defRPr>
            </a:pPr>
            <a:r>
              <a:rPr lang="es-ES" sz="2925" b="0">
                <a:solidFill>
                  <a:srgbClr val="B39A6A"/>
                </a:solidFill>
                <a:latin typeface="Arial"/>
                <a:ea typeface="Arial"/>
                <a:cs typeface="Arial"/>
              </a:rPr>
              <a:t xml:space="preserve">¿Se cumple mi condición con datos suficientes?</a:t>
            </a:r>
            <a:endParaRPr lang="es-ES" sz="2925"/>
          </a:p>
        </p:txBody>
      </p:sp>
      <p:sp>
        <p:nvSpPr>
          <p:cNvPr id="8" name="Número de diapositiva"/>
          <p:cNvSpPr txBox="1"/>
          <p:nvPr/>
        </p:nvSpPr>
        <p:spPr>
          <a:xfrm>
            <a:off x="11334750" y="6486525"/>
            <a:ext cx="285750" cy="238125"/>
          </a:xfrm>
          <a:prstGeom prst="rect">
            <a:avLst/>
          </a:prstGeom>
          <a:noFill/>
          <a:ln>
            <a:noFill/>
          </a:ln>
        </p:spPr>
        <p:txBody>
          <a:bodyPr wrap="square" lIns="0" tIns="0" rIns="0" bIns="0" anchor="t">
            <a:noAutofit/>
          </a:bodyPr>
          <a:lstStyle/>
          <a:p>
            <a:pPr algn="r">
              <a:lnSpc>
                <a:spcPct val="112000"/>
              </a:lnSpc>
              <a:spcBef>
                <a:spcPts val="0"/>
              </a:spcBef>
              <a:spcAft>
                <a:spcPts val="0"/>
              </a:spcAft>
              <a:defRPr lang="es-ES" sz="1275" b="0">
                <a:solidFill>
                  <a:srgbClr val="B39A6A"/>
                </a:solidFill>
                <a:latin typeface="Arial"/>
                <a:ea typeface="Arial"/>
                <a:cs typeface="Arial"/>
              </a:defRPr>
            </a:pPr>
            <a:r>
              <a:rPr lang="es-ES" sz="1275" b="0">
                <a:solidFill>
                  <a:srgbClr val="B39A6A"/>
                </a:solidFill>
                <a:latin typeface="Arial"/>
                <a:ea typeface="Arial"/>
                <a:cs typeface="Arial"/>
              </a:rPr>
              <a:t xml:space="preserve">2</a:t>
            </a:r>
            <a:endParaRPr lang="es-ES" sz="1275"/>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fill="hold"/>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fill="hold"/>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50" fill="hold"/>
                                        <p:tgtEl>
                                          <p:spTgt spid="5"/>
                                        </p:tgtEl>
                                      </p:cBhvr>
                                    </p:animEffect>
                                  </p:childTnLst>
                                </p:cTn>
                              </p:par>
                              <p:par>
                                <p:cTn id="16" presetID="10" presetClass="entr" presetSubtype="0" fill="hold"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50" fill="hold"/>
                                        <p:tgtEl>
                                          <p:spTgt spid="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450" fill="hold"/>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showMasterSp="0">
  <p:cSld name="Propuesta de valor">
    <p:bg>
      <p:bgPr>
        <a:solidFill>
          <a:srgbClr val="181713"/>
        </a:solidFill>
        <a:effectLst/>
      </p:bgPr>
    </p:bg>
    <p:spTree>
      <p:nvGrpSpPr>
        <p:cNvPr id="1" name=""/>
        <p:cNvGrpSpPr/>
        <p:nvPr/>
      </p:nvGrpSpPr>
      <p:grpSpPr>
        <a:xfrm>
          <a:off x="0" y="0"/>
          <a:ext cx="0" cy="0"/>
          <a:chOff x="0" y="0"/>
          <a:chExt cx="0" cy="0"/>
        </a:xfrm>
      </p:grpSpPr>
      <p:sp>
        <p:nvSpPr>
          <p:cNvPr id="2" name="Alertas con contexto verificable"/>
          <p:cNvSpPr txBox="1"/>
          <p:nvPr/>
        </p:nvSpPr>
        <p:spPr>
          <a:xfrm>
            <a:off x="685800" y="609600"/>
            <a:ext cx="10820400" cy="9525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4200" b="1">
                <a:solidFill>
                  <a:srgbClr val="E8E5DC"/>
                </a:solidFill>
                <a:latin typeface="Arial"/>
                <a:ea typeface="Arial"/>
                <a:cs typeface="Arial"/>
              </a:defRPr>
            </a:pPr>
            <a:r>
              <a:rPr lang="es-ES" sz="4200" b="1">
                <a:solidFill>
                  <a:srgbClr val="E8E5DC"/>
                </a:solidFill>
                <a:latin typeface="Arial"/>
                <a:ea typeface="Arial"/>
                <a:cs typeface="Arial"/>
              </a:rPr>
              <a:t xml:space="preserve">Alertas con contexto verificable</a:t>
            </a:r>
            <a:endParaRPr lang="es-ES" sz="4200"/>
          </a:p>
        </p:txBody>
      </p:sp>
      <p:sp>
        <p:nvSpPr>
          <p:cNvPr id="3" name="El usuario define la condición. El motor evalúa los datos."/>
          <p:cNvSpPr txBox="1"/>
          <p:nvPr/>
        </p:nvSpPr>
        <p:spPr>
          <a:xfrm>
            <a:off x="704850" y="1543050"/>
            <a:ext cx="10572750" cy="619125"/>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025" b="0">
                <a:solidFill>
                  <a:srgbClr val="B5B1A8"/>
                </a:solidFill>
                <a:latin typeface="Arial"/>
                <a:ea typeface="Arial"/>
                <a:cs typeface="Arial"/>
              </a:defRPr>
            </a:pPr>
            <a:r>
              <a:rPr lang="es-ES" sz="2025" b="0">
                <a:solidFill>
                  <a:srgbClr val="B5B1A8"/>
                </a:solidFill>
                <a:latin typeface="Arial"/>
                <a:ea typeface="Arial"/>
                <a:cs typeface="Arial"/>
              </a:rPr>
              <a:t xml:space="preserve">El usuario define la condición. El motor evalúa los datos.</a:t>
            </a:r>
            <a:endParaRPr lang="es-ES" sz="2025"/>
          </a:p>
        </p:txBody>
      </p:sp>
      <p:sp>
        <p:nvSpPr>
          <p:cNvPr id="4" name="Lenguaje natural"/>
          <p:cNvSpPr txBox="1"/>
          <p:nvPr/>
        </p:nvSpPr>
        <p:spPr>
          <a:xfrm>
            <a:off x="704850" y="2609850"/>
            <a:ext cx="3390900" cy="523875"/>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325" b="1">
                <a:solidFill>
                  <a:srgbClr val="B39A6A"/>
                </a:solidFill>
                <a:latin typeface="Arial"/>
                <a:ea typeface="Arial"/>
                <a:cs typeface="Arial"/>
              </a:defRPr>
            </a:pPr>
            <a:r>
              <a:rPr lang="es-ES" sz="2325" b="1">
                <a:solidFill>
                  <a:srgbClr val="B39A6A"/>
                </a:solidFill>
                <a:latin typeface="Arial"/>
                <a:ea typeface="Arial"/>
                <a:cs typeface="Arial"/>
              </a:rPr>
              <a:t xml:space="preserve">Lenguaje natural</a:t>
            </a:r>
            <a:endParaRPr lang="es-ES" sz="2325"/>
          </a:p>
        </p:txBody>
      </p:sp>
      <p:sp>
        <p:nvSpPr>
          <p:cNvPr id="5" name="Describe una condición sin escribir una fórmula."/>
          <p:cNvSpPr txBox="1"/>
          <p:nvPr/>
        </p:nvSpPr>
        <p:spPr>
          <a:xfrm>
            <a:off x="704850" y="3371850"/>
            <a:ext cx="3390900" cy="10858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175" b="0">
                <a:solidFill>
                  <a:srgbClr val="E8E5DC"/>
                </a:solidFill>
                <a:latin typeface="Arial"/>
                <a:ea typeface="Arial"/>
                <a:cs typeface="Arial"/>
              </a:defRPr>
            </a:pPr>
            <a:r>
              <a:rPr lang="es-ES" sz="2175" b="0">
                <a:solidFill>
                  <a:srgbClr val="E8E5DC"/>
                </a:solidFill>
                <a:latin typeface="Arial"/>
                <a:ea typeface="Arial"/>
                <a:cs typeface="Arial"/>
              </a:rPr>
              <a:t xml:space="preserve">Describe una condición
sin escribir una fórmula.</a:t>
            </a:r>
            <a:endParaRPr lang="es-ES" sz="2175"/>
          </a:p>
        </p:txBody>
      </p:sp>
      <p:sp>
        <p:nvSpPr>
          <p:cNvPr id="6" name="Motor determinista"/>
          <p:cNvSpPr txBox="1"/>
          <p:nvPr/>
        </p:nvSpPr>
        <p:spPr>
          <a:xfrm>
            <a:off x="4419600" y="2609850"/>
            <a:ext cx="3390900" cy="523875"/>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325" b="1">
                <a:solidFill>
                  <a:srgbClr val="B39A6A"/>
                </a:solidFill>
                <a:latin typeface="Arial"/>
                <a:ea typeface="Arial"/>
                <a:cs typeface="Arial"/>
              </a:defRPr>
            </a:pPr>
            <a:r>
              <a:rPr lang="es-ES" sz="2325" b="1">
                <a:solidFill>
                  <a:srgbClr val="B39A6A"/>
                </a:solidFill>
                <a:latin typeface="Arial"/>
                <a:ea typeface="Arial"/>
                <a:cs typeface="Arial"/>
              </a:rPr>
              <a:t xml:space="preserve">Motor determinista</a:t>
            </a:r>
            <a:endParaRPr lang="es-ES" sz="2325"/>
          </a:p>
        </p:txBody>
      </p:sp>
      <p:sp>
        <p:nvSpPr>
          <p:cNvPr id="7" name="Umbrales, ventanas, persistencia y cooldown."/>
          <p:cNvSpPr txBox="1"/>
          <p:nvPr/>
        </p:nvSpPr>
        <p:spPr>
          <a:xfrm>
            <a:off x="4419600" y="3371850"/>
            <a:ext cx="3390900" cy="10858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175" b="0">
                <a:solidFill>
                  <a:srgbClr val="E8E5DC"/>
                </a:solidFill>
                <a:latin typeface="Arial"/>
                <a:ea typeface="Arial"/>
                <a:cs typeface="Arial"/>
              </a:defRPr>
            </a:pPr>
            <a:r>
              <a:rPr lang="es-ES" sz="2175" b="0">
                <a:solidFill>
                  <a:srgbClr val="E8E5DC"/>
                </a:solidFill>
                <a:latin typeface="Arial"/>
                <a:ea typeface="Arial"/>
                <a:cs typeface="Arial"/>
              </a:rPr>
              <a:t xml:space="preserve">Umbrales, ventanas,
persistencia y cooldown.</a:t>
            </a:r>
            <a:endParaRPr lang="es-ES" sz="2175"/>
          </a:p>
        </p:txBody>
      </p:sp>
      <p:sp>
        <p:nvSpPr>
          <p:cNvPr id="8" name="Evidencia conservada"/>
          <p:cNvSpPr txBox="1"/>
          <p:nvPr/>
        </p:nvSpPr>
        <p:spPr>
          <a:xfrm>
            <a:off x="8134350" y="2609850"/>
            <a:ext cx="3390900" cy="523875"/>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325" b="1">
                <a:solidFill>
                  <a:srgbClr val="B39A6A"/>
                </a:solidFill>
                <a:latin typeface="Arial"/>
                <a:ea typeface="Arial"/>
                <a:cs typeface="Arial"/>
              </a:defRPr>
            </a:pPr>
            <a:r>
              <a:rPr lang="es-ES" sz="2325" b="1">
                <a:solidFill>
                  <a:srgbClr val="B39A6A"/>
                </a:solidFill>
                <a:latin typeface="Arial"/>
                <a:ea typeface="Arial"/>
                <a:cs typeface="Arial"/>
              </a:rPr>
              <a:t xml:space="preserve">Evidencia conservada</a:t>
            </a:r>
            <a:endParaRPr lang="es-ES" sz="2325"/>
          </a:p>
        </p:txBody>
      </p:sp>
      <p:sp>
        <p:nvSpPr>
          <p:cNvPr id="9" name="Revisa valores, tiempos y decisiones de calidad."/>
          <p:cNvSpPr txBox="1"/>
          <p:nvPr/>
        </p:nvSpPr>
        <p:spPr>
          <a:xfrm>
            <a:off x="8134350" y="3371850"/>
            <a:ext cx="3390900" cy="10858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175" b="0">
                <a:solidFill>
                  <a:srgbClr val="E8E5DC"/>
                </a:solidFill>
                <a:latin typeface="Arial"/>
                <a:ea typeface="Arial"/>
                <a:cs typeface="Arial"/>
              </a:defRPr>
            </a:pPr>
            <a:r>
              <a:rPr lang="es-ES" sz="2175" b="0">
                <a:solidFill>
                  <a:srgbClr val="E8E5DC"/>
                </a:solidFill>
                <a:latin typeface="Arial"/>
                <a:ea typeface="Arial"/>
                <a:cs typeface="Arial"/>
              </a:rPr>
              <a:t xml:space="preserve">Revisa valores, tiempos
y decisiones de calidad.</a:t>
            </a:r>
            <a:endParaRPr lang="es-ES" sz="2175"/>
          </a:p>
        </p:txBody>
      </p:sp>
      <p:sp>
        <p:nvSpPr>
          <p:cNvPr id="10" name="La IA facilita la interacción y la consulta de evidencias"/>
          <p:cNvSpPr txBox="1"/>
          <p:nvPr/>
        </p:nvSpPr>
        <p:spPr>
          <a:xfrm>
            <a:off x="704850" y="5324475"/>
            <a:ext cx="10572750" cy="7048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625" b="0">
                <a:solidFill>
                  <a:srgbClr val="B5B1A8"/>
                </a:solidFill>
                <a:latin typeface="Arial"/>
                <a:ea typeface="Arial"/>
                <a:cs typeface="Arial"/>
              </a:defRPr>
            </a:pPr>
            <a:r>
              <a:rPr lang="es-ES" sz="2625" b="0">
                <a:solidFill>
                  <a:srgbClr val="B5B1A8"/>
                </a:solidFill>
                <a:latin typeface="Arial"/>
                <a:ea typeface="Arial"/>
                <a:cs typeface="Arial"/>
              </a:rPr>
              <a:t xml:space="preserve">La IA facilita la interacción y la consulta de evidencias</a:t>
            </a:r>
            <a:endParaRPr lang="es-ES" sz="2625"/>
          </a:p>
        </p:txBody>
      </p:sp>
      <p:sp>
        <p:nvSpPr>
          <p:cNvPr id="11" name="Número de diapositiva"/>
          <p:cNvSpPr txBox="1"/>
          <p:nvPr/>
        </p:nvSpPr>
        <p:spPr>
          <a:xfrm>
            <a:off x="11334750" y="6486525"/>
            <a:ext cx="285750" cy="238125"/>
          </a:xfrm>
          <a:prstGeom prst="rect">
            <a:avLst/>
          </a:prstGeom>
          <a:noFill/>
          <a:ln>
            <a:noFill/>
          </a:ln>
        </p:spPr>
        <p:txBody>
          <a:bodyPr wrap="square" lIns="0" tIns="0" rIns="0" bIns="0" anchor="t">
            <a:noAutofit/>
          </a:bodyPr>
          <a:lstStyle/>
          <a:p>
            <a:pPr algn="r">
              <a:lnSpc>
                <a:spcPct val="112000"/>
              </a:lnSpc>
              <a:spcBef>
                <a:spcPts val="0"/>
              </a:spcBef>
              <a:spcAft>
                <a:spcPts val="0"/>
              </a:spcAft>
              <a:defRPr lang="es-ES" sz="1275" b="0">
                <a:solidFill>
                  <a:srgbClr val="B39A6A"/>
                </a:solidFill>
                <a:latin typeface="Arial"/>
                <a:ea typeface="Arial"/>
                <a:cs typeface="Arial"/>
              </a:defRPr>
            </a:pPr>
            <a:r>
              <a:rPr lang="es-ES" sz="1275" b="0">
                <a:solidFill>
                  <a:srgbClr val="B39A6A"/>
                </a:solidFill>
                <a:latin typeface="Arial"/>
                <a:ea typeface="Arial"/>
                <a:cs typeface="Arial"/>
              </a:rPr>
              <a:t xml:space="preserve">3</a:t>
            </a:r>
            <a:endParaRPr lang="es-ES" sz="1275"/>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fill="hold"/>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450" fill="hold"/>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fill="hold"/>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fill="hold"/>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450" fill="hold"/>
                                        <p:tgtEl>
                                          <p:spTgt spid="8"/>
                                        </p:tgtEl>
                                      </p:cBhvr>
                                    </p:animEffect>
                                  </p:childTnLst>
                                </p:cTn>
                              </p:par>
                              <p:par>
                                <p:cTn id="24" presetID="10" presetClass="entr" presetSubtype="0" fill="hold" nodeType="with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450" fill="hold"/>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MasterSp="0">
  <p:cSld name="MVP">
    <p:bg>
      <p:bgPr>
        <a:solidFill>
          <a:srgbClr val="181713"/>
        </a:solidFill>
        <a:effectLst/>
      </p:bgPr>
    </p:bg>
    <p:spTree>
      <p:nvGrpSpPr>
        <p:cNvPr id="1" name=""/>
        <p:cNvGrpSpPr/>
        <p:nvPr/>
      </p:nvGrpSpPr>
      <p:grpSpPr>
        <a:xfrm>
          <a:off x="0" y="0"/>
          <a:ext cx="0" cy="0"/>
          <a:chOff x="0" y="0"/>
          <a:chExt cx="0" cy="0"/>
        </a:xfrm>
      </p:grpSpPr>
      <p:sp>
        <p:nvSpPr>
          <p:cNvPr id="2" name="Un MVP conectado al mercado"/>
          <p:cNvSpPr txBox="1"/>
          <p:nvPr/>
        </p:nvSpPr>
        <p:spPr>
          <a:xfrm>
            <a:off x="685800" y="609600"/>
            <a:ext cx="10820400" cy="9525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4200" b="1">
                <a:solidFill>
                  <a:srgbClr val="E8E5DC"/>
                </a:solidFill>
                <a:latin typeface="Arial"/>
                <a:ea typeface="Arial"/>
                <a:cs typeface="Arial"/>
              </a:defRPr>
            </a:pPr>
            <a:r>
              <a:rPr lang="es-ES" sz="4200" b="1">
                <a:solidFill>
                  <a:srgbClr val="E8E5DC"/>
                </a:solidFill>
                <a:latin typeface="Arial"/>
                <a:ea typeface="Arial"/>
                <a:cs typeface="Arial"/>
              </a:rPr>
              <a:t xml:space="preserve">Un MVP conectado al mercado</a:t>
            </a:r>
            <a:endParaRPr lang="es-ES" sz="4200"/>
          </a:p>
        </p:txBody>
      </p:sp>
      <p:sp>
        <p:nvSpPr>
          <p:cNvPr id="3" name="5 mercados"/>
          <p:cNvSpPr txBox="1"/>
          <p:nvPr/>
        </p:nvSpPr>
        <p:spPr>
          <a:xfrm>
            <a:off x="704850" y="2076450"/>
            <a:ext cx="4095750" cy="695325"/>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4425" b="1">
                <a:solidFill>
                  <a:srgbClr val="B39A6A"/>
                </a:solidFill>
                <a:latin typeface="Arial"/>
                <a:ea typeface="Arial"/>
                <a:cs typeface="Arial"/>
              </a:defRPr>
            </a:pPr>
            <a:r>
              <a:rPr lang="es-ES" sz="4425" b="1">
                <a:solidFill>
                  <a:srgbClr val="B39A6A"/>
                </a:solidFill>
                <a:latin typeface="Arial"/>
                <a:ea typeface="Arial"/>
                <a:cs typeface="Arial"/>
              </a:rPr>
              <a:t xml:space="preserve">5 mercados</a:t>
            </a:r>
            <a:endParaRPr lang="es-ES" sz="4425"/>
          </a:p>
        </p:txBody>
      </p:sp>
      <p:sp>
        <p:nvSpPr>
          <p:cNvPr id="4" name="BTC, ETH, SP500, XYZ100 y BRENTOIL"/>
          <p:cNvSpPr txBox="1"/>
          <p:nvPr/>
        </p:nvSpPr>
        <p:spPr>
          <a:xfrm>
            <a:off x="704850" y="2847975"/>
            <a:ext cx="4095750" cy="8382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325" b="0">
                <a:solidFill>
                  <a:srgbClr val="E8E5DC"/>
                </a:solidFill>
                <a:latin typeface="Arial"/>
                <a:ea typeface="Arial"/>
                <a:cs typeface="Arial"/>
              </a:defRPr>
            </a:pPr>
            <a:r>
              <a:rPr lang="es-ES" sz="2325" b="0">
                <a:solidFill>
                  <a:srgbClr val="E8E5DC"/>
                </a:solidFill>
                <a:latin typeface="Arial"/>
                <a:ea typeface="Arial"/>
                <a:cs typeface="Arial"/>
              </a:rPr>
              <a:t xml:space="preserve">BTC, ETH, SP500,
XYZ100 y BRENTOIL</a:t>
            </a:r>
            <a:endParaRPr lang="es-ES" sz="2325"/>
          </a:p>
        </p:txBody>
      </p:sp>
      <p:sp>
        <p:nvSpPr>
          <p:cNvPr id="5" name="Gráfico y libro de órdenes Chat con herramientas Alertas e historial web"/>
          <p:cNvSpPr txBox="1"/>
          <p:nvPr/>
        </p:nvSpPr>
        <p:spPr>
          <a:xfrm>
            <a:off x="704850" y="4200525"/>
            <a:ext cx="4000500" cy="1400175"/>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250" b="0">
                <a:solidFill>
                  <a:srgbClr val="B5B1A8"/>
                </a:solidFill>
                <a:latin typeface="Arial"/>
                <a:ea typeface="Arial"/>
                <a:cs typeface="Arial"/>
              </a:defRPr>
            </a:pPr>
            <a:r>
              <a:rPr lang="es-ES" sz="2250" b="0">
                <a:solidFill>
                  <a:srgbClr val="B5B1A8"/>
                </a:solidFill>
                <a:latin typeface="Arial"/>
                <a:ea typeface="Arial"/>
                <a:cs typeface="Arial"/>
              </a:rPr>
              <a:t xml:space="preserve">Gráfico y libro de órdenes
Chat con herramientas
Alertas e historial web</a:t>
            </a:r>
            <a:endParaRPr lang="es-ES" sz="2250"/>
          </a:p>
        </p:txBody>
      </p:sp>
      <p:pic>
        <p:nvPicPr>
          <p:cNvPr id="6" name="platform-capture.png"/>
          <p:cNvPicPr>
            <a:picLocks noChangeAspect="1"/>
          </p:cNvPicPr>
          <p:nvPr/>
        </p:nvPicPr>
        <p:blipFill>
          <a:blip r:embed="rId2"/>
          <a:srcRect l="0" t="0" r="37500" b="34800"/>
          <a:stretch>
            <a:fillRect/>
          </a:stretch>
        </p:blipFill>
        <p:spPr>
          <a:xfrm>
            <a:off x="5648325" y="1914525"/>
            <a:ext cx="5781675" cy="4191000"/>
          </a:xfrm>
          <a:prstGeom prst="rect">
            <a:avLst/>
          </a:prstGeom>
          <a:ln>
            <a:noFill/>
          </a:ln>
        </p:spPr>
      </p:pic>
      <p:sp>
        <p:nvSpPr>
          <p:cNvPr id="7" name="Captura de Hype Radar, 4 oct. 2026. Datos históricos."/>
          <p:cNvSpPr txBox="1"/>
          <p:nvPr/>
        </p:nvSpPr>
        <p:spPr>
          <a:xfrm>
            <a:off x="5648325" y="6238875"/>
            <a:ext cx="5857875" cy="3048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1275" b="0">
                <a:solidFill>
                  <a:srgbClr val="B5B1A8"/>
                </a:solidFill>
                <a:latin typeface="Arial"/>
                <a:ea typeface="Arial"/>
                <a:cs typeface="Arial"/>
              </a:defRPr>
            </a:pPr>
            <a:r>
              <a:rPr lang="es-ES" sz="1275" b="0">
                <a:solidFill>
                  <a:srgbClr val="B5B1A8"/>
                </a:solidFill>
                <a:latin typeface="Arial"/>
                <a:ea typeface="Arial"/>
                <a:cs typeface="Arial"/>
              </a:rPr>
              <a:t xml:space="preserve">Captura de Hype Radar, 4 oct. 2026. Datos históricos.</a:t>
            </a:r>
            <a:endParaRPr lang="es-ES" sz="1275"/>
          </a:p>
        </p:txBody>
      </p:sp>
      <p:sp>
        <p:nvSpPr>
          <p:cNvPr id="8" name="Número de diapositiva"/>
          <p:cNvSpPr txBox="1"/>
          <p:nvPr/>
        </p:nvSpPr>
        <p:spPr>
          <a:xfrm>
            <a:off x="11334750" y="6486525"/>
            <a:ext cx="285750" cy="238125"/>
          </a:xfrm>
          <a:prstGeom prst="rect">
            <a:avLst/>
          </a:prstGeom>
          <a:noFill/>
          <a:ln>
            <a:noFill/>
          </a:ln>
        </p:spPr>
        <p:txBody>
          <a:bodyPr wrap="square" lIns="0" tIns="0" rIns="0" bIns="0" anchor="t">
            <a:noAutofit/>
          </a:bodyPr>
          <a:lstStyle/>
          <a:p>
            <a:pPr algn="r">
              <a:lnSpc>
                <a:spcPct val="112000"/>
              </a:lnSpc>
              <a:spcBef>
                <a:spcPts val="0"/>
              </a:spcBef>
              <a:spcAft>
                <a:spcPts val="0"/>
              </a:spcAft>
              <a:defRPr lang="es-ES" sz="1275" b="0">
                <a:solidFill>
                  <a:srgbClr val="B39A6A"/>
                </a:solidFill>
                <a:latin typeface="Arial"/>
                <a:ea typeface="Arial"/>
                <a:cs typeface="Arial"/>
              </a:defRPr>
            </a:pPr>
            <a:r>
              <a:rPr lang="es-ES" sz="1275" b="0">
                <a:solidFill>
                  <a:srgbClr val="B39A6A"/>
                </a:solidFill>
                <a:latin typeface="Arial"/>
                <a:ea typeface="Arial"/>
                <a:cs typeface="Arial"/>
              </a:rPr>
              <a:t xml:space="preserve">4</a:t>
            </a:r>
            <a:endParaRPr lang="es-ES" sz="1275"/>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fill="hold"/>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fill="hold"/>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50" fill="hold"/>
                                        <p:tgtEl>
                                          <p:spTgt spid="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50" fill="hold"/>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showMasterSp="0">
  <p:cSld name="Flujo de usuario">
    <p:bg>
      <p:bgPr>
        <a:solidFill>
          <a:srgbClr val="181713"/>
        </a:solidFill>
        <a:effectLst/>
      </p:bgPr>
    </p:bg>
    <p:spTree>
      <p:nvGrpSpPr>
        <p:cNvPr id="1" name=""/>
        <p:cNvGrpSpPr/>
        <p:nvPr/>
      </p:nvGrpSpPr>
      <p:grpSpPr>
        <a:xfrm>
          <a:off x="0" y="0"/>
          <a:ext cx="0" cy="0"/>
          <a:chOff x="0" y="0"/>
          <a:chExt cx="0" cy="0"/>
        </a:xfrm>
      </p:grpSpPr>
      <p:sp>
        <p:nvSpPr>
          <p:cNvPr id="2" name="Una condición hablada, una regla precisa"/>
          <p:cNvSpPr txBox="1"/>
          <p:nvPr/>
        </p:nvSpPr>
        <p:spPr>
          <a:xfrm>
            <a:off x="685800" y="609600"/>
            <a:ext cx="10820400" cy="9525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4200" b="1">
                <a:solidFill>
                  <a:srgbClr val="E8E5DC"/>
                </a:solidFill>
                <a:latin typeface="Arial"/>
                <a:ea typeface="Arial"/>
                <a:cs typeface="Arial"/>
              </a:defRPr>
            </a:pPr>
            <a:r>
              <a:rPr lang="es-ES" sz="4200" b="1">
                <a:solidFill>
                  <a:srgbClr val="E8E5DC"/>
                </a:solidFill>
                <a:latin typeface="Arial"/>
                <a:ea typeface="Arial"/>
                <a:cs typeface="Arial"/>
              </a:rPr>
              <a:t xml:space="preserve">Una condición hablada, una regla precisa</a:t>
            </a:r>
            <a:endParaRPr lang="es-ES" sz="4200"/>
          </a:p>
        </p:txBody>
      </p:sp>
      <p:sp>
        <p:nvSpPr>
          <p:cNvPr id="3" name="“Crea una alerta si el interés abierto de BTC sube un 5 % en 15 minutos. Bloquea"/>
          <p:cNvSpPr txBox="1"/>
          <p:nvPr/>
        </p:nvSpPr>
        <p:spPr>
          <a:xfrm>
            <a:off x="704850" y="1943100"/>
            <a:ext cx="10429875" cy="15811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850" b="0">
                <a:solidFill>
                  <a:srgbClr val="E8E5DC"/>
                </a:solidFill>
                <a:latin typeface="Arial"/>
                <a:ea typeface="Arial"/>
                <a:cs typeface="Arial"/>
              </a:defRPr>
            </a:pPr>
            <a:r>
              <a:rPr lang="es-ES" sz="2850" b="0">
                <a:solidFill>
                  <a:srgbClr val="E8E5DC"/>
                </a:solidFill>
                <a:latin typeface="Arial"/>
                <a:ea typeface="Arial"/>
                <a:cs typeface="Arial"/>
              </a:rPr>
              <a:t xml:space="preserve">“Crea una alerta si el interés abierto de BTC
sube un 5 % en 15 minutos. Bloquea el evento
si el spread supera 10 puntos básicos.”</a:t>
            </a:r>
            <a:endParaRPr lang="es-ES" sz="2850"/>
          </a:p>
        </p:txBody>
      </p:sp>
      <p:sp>
        <p:nvSpPr>
          <p:cNvPr id="4" name="Ejemplo de petición"/>
          <p:cNvSpPr txBox="1"/>
          <p:nvPr/>
        </p:nvSpPr>
        <p:spPr>
          <a:xfrm>
            <a:off x="704850" y="3705225"/>
            <a:ext cx="5715000" cy="3810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1650" b="0">
                <a:solidFill>
                  <a:srgbClr val="B39A6A"/>
                </a:solidFill>
                <a:latin typeface="Arial"/>
                <a:ea typeface="Arial"/>
                <a:cs typeface="Arial"/>
              </a:defRPr>
            </a:pPr>
            <a:r>
              <a:rPr lang="es-ES" sz="1650" b="0">
                <a:solidFill>
                  <a:srgbClr val="B39A6A"/>
                </a:solidFill>
                <a:latin typeface="Arial"/>
                <a:ea typeface="Arial"/>
                <a:cs typeface="Arial"/>
              </a:rPr>
              <a:t xml:space="preserve">Ejemplo de petición</a:t>
            </a:r>
            <a:endParaRPr lang="es-ES" sz="1650"/>
          </a:p>
        </p:txBody>
      </p:sp>
      <p:sp>
        <p:nvSpPr>
          <p:cNvPr id="5" name="1"/>
          <p:cNvSpPr txBox="1"/>
          <p:nvPr/>
        </p:nvSpPr>
        <p:spPr>
          <a:xfrm>
            <a:off x="704850" y="4524375"/>
            <a:ext cx="590550" cy="6667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3600" b="0">
                <a:solidFill>
                  <a:srgbClr val="B39A6A"/>
                </a:solidFill>
                <a:latin typeface="Arial"/>
                <a:ea typeface="Arial"/>
                <a:cs typeface="Arial"/>
              </a:defRPr>
            </a:pPr>
            <a:r>
              <a:rPr lang="es-ES" sz="3600" b="0">
                <a:solidFill>
                  <a:srgbClr val="B39A6A"/>
                </a:solidFill>
                <a:latin typeface="Arial"/>
                <a:ea typeface="Arial"/>
                <a:cs typeface="Arial"/>
              </a:rPr>
              <a:t xml:space="preserve">1</a:t>
            </a:r>
            <a:endParaRPr lang="es-ES" sz="3600"/>
          </a:p>
        </p:txBody>
      </p:sp>
      <p:sp>
        <p:nvSpPr>
          <p:cNvPr id="6" name="Voz"/>
          <p:cNvSpPr txBox="1"/>
          <p:nvPr/>
        </p:nvSpPr>
        <p:spPr>
          <a:xfrm>
            <a:off x="704850" y="5238750"/>
            <a:ext cx="2571750" cy="4191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175" b="1">
                <a:solidFill>
                  <a:srgbClr val="E8E5DC"/>
                </a:solidFill>
                <a:latin typeface="Arial"/>
                <a:ea typeface="Arial"/>
                <a:cs typeface="Arial"/>
              </a:defRPr>
            </a:pPr>
            <a:r>
              <a:rPr lang="es-ES" sz="2175" b="1">
                <a:solidFill>
                  <a:srgbClr val="E8E5DC"/>
                </a:solidFill>
                <a:latin typeface="Arial"/>
                <a:ea typeface="Arial"/>
                <a:cs typeface="Arial"/>
              </a:rPr>
              <a:t xml:space="preserve">Voz</a:t>
            </a:r>
            <a:endParaRPr lang="es-ES" sz="2175"/>
          </a:p>
        </p:txBody>
      </p:sp>
      <p:sp>
        <p:nvSpPr>
          <p:cNvPr id="7" name="Grabación breve"/>
          <p:cNvSpPr txBox="1"/>
          <p:nvPr/>
        </p:nvSpPr>
        <p:spPr>
          <a:xfrm>
            <a:off x="704850" y="5734050"/>
            <a:ext cx="2571750" cy="3810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1725" b="0">
                <a:solidFill>
                  <a:srgbClr val="B5B1A8"/>
                </a:solidFill>
                <a:latin typeface="Arial"/>
                <a:ea typeface="Arial"/>
                <a:cs typeface="Arial"/>
              </a:defRPr>
            </a:pPr>
            <a:r>
              <a:rPr lang="es-ES" sz="1725" b="0">
                <a:solidFill>
                  <a:srgbClr val="B5B1A8"/>
                </a:solidFill>
                <a:latin typeface="Arial"/>
                <a:ea typeface="Arial"/>
                <a:cs typeface="Arial"/>
              </a:rPr>
              <a:t xml:space="preserve">Grabación breve</a:t>
            </a:r>
            <a:endParaRPr lang="es-ES" sz="1725"/>
          </a:p>
        </p:txBody>
      </p:sp>
      <p:sp>
        <p:nvSpPr>
          <p:cNvPr id="8" name="2"/>
          <p:cNvSpPr txBox="1"/>
          <p:nvPr/>
        </p:nvSpPr>
        <p:spPr>
          <a:xfrm>
            <a:off x="3543300" y="4524375"/>
            <a:ext cx="590550" cy="6667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3600" b="0">
                <a:solidFill>
                  <a:srgbClr val="B39A6A"/>
                </a:solidFill>
                <a:latin typeface="Arial"/>
                <a:ea typeface="Arial"/>
                <a:cs typeface="Arial"/>
              </a:defRPr>
            </a:pPr>
            <a:r>
              <a:rPr lang="es-ES" sz="3600" b="0">
                <a:solidFill>
                  <a:srgbClr val="B39A6A"/>
                </a:solidFill>
                <a:latin typeface="Arial"/>
                <a:ea typeface="Arial"/>
                <a:cs typeface="Arial"/>
              </a:rPr>
              <a:t xml:space="preserve">2</a:t>
            </a:r>
            <a:endParaRPr lang="es-ES" sz="3600"/>
          </a:p>
        </p:txBody>
      </p:sp>
      <p:sp>
        <p:nvSpPr>
          <p:cNvPr id="9" name="Revisión"/>
          <p:cNvSpPr txBox="1"/>
          <p:nvPr/>
        </p:nvSpPr>
        <p:spPr>
          <a:xfrm>
            <a:off x="3543300" y="5238750"/>
            <a:ext cx="2571750" cy="4191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175" b="1">
                <a:solidFill>
                  <a:srgbClr val="E8E5DC"/>
                </a:solidFill>
                <a:latin typeface="Arial"/>
                <a:ea typeface="Arial"/>
                <a:cs typeface="Arial"/>
              </a:defRPr>
            </a:pPr>
            <a:r>
              <a:rPr lang="es-ES" sz="2175" b="1">
                <a:solidFill>
                  <a:srgbClr val="E8E5DC"/>
                </a:solidFill>
                <a:latin typeface="Arial"/>
                <a:ea typeface="Arial"/>
                <a:cs typeface="Arial"/>
              </a:rPr>
              <a:t xml:space="preserve">Revisión</a:t>
            </a:r>
            <a:endParaRPr lang="es-ES" sz="2175"/>
          </a:p>
        </p:txBody>
      </p:sp>
      <p:sp>
        <p:nvSpPr>
          <p:cNvPr id="10" name="Comprueba el texto"/>
          <p:cNvSpPr txBox="1"/>
          <p:nvPr/>
        </p:nvSpPr>
        <p:spPr>
          <a:xfrm>
            <a:off x="3543300" y="5734050"/>
            <a:ext cx="2571750" cy="3810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1725" b="0">
                <a:solidFill>
                  <a:srgbClr val="B5B1A8"/>
                </a:solidFill>
                <a:latin typeface="Arial"/>
                <a:ea typeface="Arial"/>
                <a:cs typeface="Arial"/>
              </a:defRPr>
            </a:pPr>
            <a:r>
              <a:rPr lang="es-ES" sz="1725" b="0">
                <a:solidFill>
                  <a:srgbClr val="B5B1A8"/>
                </a:solidFill>
                <a:latin typeface="Arial"/>
                <a:ea typeface="Arial"/>
                <a:cs typeface="Arial"/>
              </a:rPr>
              <a:t xml:space="preserve">Comprueba el texto</a:t>
            </a:r>
            <a:endParaRPr lang="es-ES" sz="1725"/>
          </a:p>
        </p:txBody>
      </p:sp>
      <p:sp>
        <p:nvSpPr>
          <p:cNvPr id="11" name="3"/>
          <p:cNvSpPr txBox="1"/>
          <p:nvPr/>
        </p:nvSpPr>
        <p:spPr>
          <a:xfrm>
            <a:off x="6381750" y="4524375"/>
            <a:ext cx="590550" cy="6667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3600" b="0">
                <a:solidFill>
                  <a:srgbClr val="B39A6A"/>
                </a:solidFill>
                <a:latin typeface="Arial"/>
                <a:ea typeface="Arial"/>
                <a:cs typeface="Arial"/>
              </a:defRPr>
            </a:pPr>
            <a:r>
              <a:rPr lang="es-ES" sz="3600" b="0">
                <a:solidFill>
                  <a:srgbClr val="B39A6A"/>
                </a:solidFill>
                <a:latin typeface="Arial"/>
                <a:ea typeface="Arial"/>
                <a:cs typeface="Arial"/>
              </a:rPr>
              <a:t xml:space="preserve">3</a:t>
            </a:r>
            <a:endParaRPr lang="es-ES" sz="3600"/>
          </a:p>
        </p:txBody>
      </p:sp>
      <p:sp>
        <p:nvSpPr>
          <p:cNvPr id="12" name="Creación"/>
          <p:cNvSpPr txBox="1"/>
          <p:nvPr/>
        </p:nvSpPr>
        <p:spPr>
          <a:xfrm>
            <a:off x="6381750" y="5238750"/>
            <a:ext cx="2571750" cy="4191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175" b="1">
                <a:solidFill>
                  <a:srgbClr val="E8E5DC"/>
                </a:solidFill>
                <a:latin typeface="Arial"/>
                <a:ea typeface="Arial"/>
                <a:cs typeface="Arial"/>
              </a:defRPr>
            </a:pPr>
            <a:r>
              <a:rPr lang="es-ES" sz="2175" b="1">
                <a:solidFill>
                  <a:srgbClr val="E8E5DC"/>
                </a:solidFill>
                <a:latin typeface="Arial"/>
                <a:ea typeface="Arial"/>
                <a:cs typeface="Arial"/>
              </a:rPr>
              <a:t xml:space="preserve">Creación</a:t>
            </a:r>
            <a:endParaRPr lang="es-ES" sz="2175"/>
          </a:p>
        </p:txBody>
      </p:sp>
      <p:sp>
        <p:nvSpPr>
          <p:cNvPr id="13" name="Condiciones exactas"/>
          <p:cNvSpPr txBox="1"/>
          <p:nvPr/>
        </p:nvSpPr>
        <p:spPr>
          <a:xfrm>
            <a:off x="6381750" y="5734050"/>
            <a:ext cx="2571750" cy="3810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1725" b="0">
                <a:solidFill>
                  <a:srgbClr val="B5B1A8"/>
                </a:solidFill>
                <a:latin typeface="Arial"/>
                <a:ea typeface="Arial"/>
                <a:cs typeface="Arial"/>
              </a:defRPr>
            </a:pPr>
            <a:r>
              <a:rPr lang="es-ES" sz="1725" b="0">
                <a:solidFill>
                  <a:srgbClr val="B5B1A8"/>
                </a:solidFill>
                <a:latin typeface="Arial"/>
                <a:ea typeface="Arial"/>
                <a:cs typeface="Arial"/>
              </a:rPr>
              <a:t xml:space="preserve">Condiciones exactas</a:t>
            </a:r>
            <a:endParaRPr lang="es-ES" sz="1725"/>
          </a:p>
        </p:txBody>
      </p:sp>
      <p:sp>
        <p:nvSpPr>
          <p:cNvPr id="14" name="4"/>
          <p:cNvSpPr txBox="1"/>
          <p:nvPr/>
        </p:nvSpPr>
        <p:spPr>
          <a:xfrm>
            <a:off x="9220200" y="4524375"/>
            <a:ext cx="590550" cy="6667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3600" b="0">
                <a:solidFill>
                  <a:srgbClr val="B39A6A"/>
                </a:solidFill>
                <a:latin typeface="Arial"/>
                <a:ea typeface="Arial"/>
                <a:cs typeface="Arial"/>
              </a:defRPr>
            </a:pPr>
            <a:r>
              <a:rPr lang="es-ES" sz="3600" b="0">
                <a:solidFill>
                  <a:srgbClr val="B39A6A"/>
                </a:solidFill>
                <a:latin typeface="Arial"/>
                <a:ea typeface="Arial"/>
                <a:cs typeface="Arial"/>
              </a:rPr>
              <a:t xml:space="preserve">4</a:t>
            </a:r>
            <a:endParaRPr lang="es-ES" sz="3600"/>
          </a:p>
        </p:txBody>
      </p:sp>
      <p:sp>
        <p:nvSpPr>
          <p:cNvPr id="15" name="Monitorización"/>
          <p:cNvSpPr txBox="1"/>
          <p:nvPr/>
        </p:nvSpPr>
        <p:spPr>
          <a:xfrm>
            <a:off x="9220200" y="5238750"/>
            <a:ext cx="2571750" cy="4191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175" b="1">
                <a:solidFill>
                  <a:srgbClr val="E8E5DC"/>
                </a:solidFill>
                <a:latin typeface="Arial"/>
                <a:ea typeface="Arial"/>
                <a:cs typeface="Arial"/>
              </a:defRPr>
            </a:pPr>
            <a:r>
              <a:rPr lang="es-ES" sz="2175" b="1">
                <a:solidFill>
                  <a:srgbClr val="E8E5DC"/>
                </a:solidFill>
                <a:latin typeface="Arial"/>
                <a:ea typeface="Arial"/>
                <a:cs typeface="Arial"/>
              </a:rPr>
              <a:t xml:space="preserve">Monitorización</a:t>
            </a:r>
            <a:endParaRPr lang="es-ES" sz="2175"/>
          </a:p>
        </p:txBody>
      </p:sp>
      <p:sp>
        <p:nvSpPr>
          <p:cNvPr id="16" name="Estado y evidencia"/>
          <p:cNvSpPr txBox="1"/>
          <p:nvPr/>
        </p:nvSpPr>
        <p:spPr>
          <a:xfrm>
            <a:off x="9220200" y="5734050"/>
            <a:ext cx="2571750" cy="3810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1725" b="0">
                <a:solidFill>
                  <a:srgbClr val="B5B1A8"/>
                </a:solidFill>
                <a:latin typeface="Arial"/>
                <a:ea typeface="Arial"/>
                <a:cs typeface="Arial"/>
              </a:defRPr>
            </a:pPr>
            <a:r>
              <a:rPr lang="es-ES" sz="1725" b="0">
                <a:solidFill>
                  <a:srgbClr val="B5B1A8"/>
                </a:solidFill>
                <a:latin typeface="Arial"/>
                <a:ea typeface="Arial"/>
                <a:cs typeface="Arial"/>
              </a:rPr>
              <a:t xml:space="preserve">Estado y evidencia</a:t>
            </a:r>
            <a:endParaRPr lang="es-ES" sz="1725"/>
          </a:p>
        </p:txBody>
      </p:sp>
      <p:sp>
        <p:nvSpPr>
          <p:cNvPr id="17" name="Número de diapositiva"/>
          <p:cNvSpPr txBox="1"/>
          <p:nvPr/>
        </p:nvSpPr>
        <p:spPr>
          <a:xfrm>
            <a:off x="11334750" y="6486525"/>
            <a:ext cx="285750" cy="238125"/>
          </a:xfrm>
          <a:prstGeom prst="rect">
            <a:avLst/>
          </a:prstGeom>
          <a:noFill/>
          <a:ln>
            <a:noFill/>
          </a:ln>
        </p:spPr>
        <p:txBody>
          <a:bodyPr wrap="square" lIns="0" tIns="0" rIns="0" bIns="0" anchor="t">
            <a:noAutofit/>
          </a:bodyPr>
          <a:lstStyle/>
          <a:p>
            <a:pPr algn="r">
              <a:lnSpc>
                <a:spcPct val="112000"/>
              </a:lnSpc>
              <a:spcBef>
                <a:spcPts val="0"/>
              </a:spcBef>
              <a:spcAft>
                <a:spcPts val="0"/>
              </a:spcAft>
              <a:defRPr lang="es-ES" sz="1275" b="0">
                <a:solidFill>
                  <a:srgbClr val="B39A6A"/>
                </a:solidFill>
                <a:latin typeface="Arial"/>
                <a:ea typeface="Arial"/>
                <a:cs typeface="Arial"/>
              </a:defRPr>
            </a:pPr>
            <a:r>
              <a:rPr lang="es-ES" sz="1275" b="0">
                <a:solidFill>
                  <a:srgbClr val="B39A6A"/>
                </a:solidFill>
                <a:latin typeface="Arial"/>
                <a:ea typeface="Arial"/>
                <a:cs typeface="Arial"/>
              </a:rPr>
              <a:t xml:space="preserve">5</a:t>
            </a:r>
            <a:endParaRPr lang="es-ES" sz="1275"/>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50" fill="hold"/>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50" fill="hold"/>
                                        <p:tgtEl>
                                          <p:spTgt spid="6"/>
                                        </p:tgtEl>
                                      </p:cBhvr>
                                    </p:animEffect>
                                  </p:childTnLst>
                                </p:cTn>
                              </p:par>
                              <p:par>
                                <p:cTn id="11" presetID="10"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fill="hold"/>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fill="hold"/>
                                        <p:tgtEl>
                                          <p:spTgt spid="8"/>
                                        </p:tgtEl>
                                      </p:cBhvr>
                                    </p:animEffect>
                                  </p:childTnLst>
                                </p:cTn>
                              </p:par>
                              <p:par>
                                <p:cTn id="19" presetID="10"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fill="hold"/>
                                        <p:tgtEl>
                                          <p:spTgt spid="9"/>
                                        </p:tgtEl>
                                      </p:cBhvr>
                                    </p:animEffect>
                                  </p:childTnLst>
                                </p:cTn>
                              </p:par>
                              <p:par>
                                <p:cTn id="22" presetID="10" presetClass="entr" presetSubtype="0" fill="hold"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50" fill="hold"/>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fill="hold"/>
                                        <p:tgtEl>
                                          <p:spTgt spid="11"/>
                                        </p:tgtEl>
                                      </p:cBhvr>
                                    </p:animEffect>
                                  </p:childTnLst>
                                </p:cTn>
                              </p:par>
                              <p:par>
                                <p:cTn id="30" presetID="10" presetClass="entr" presetSubtype="0" fill="hold"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50" fill="hold"/>
                                        <p:tgtEl>
                                          <p:spTgt spid="12"/>
                                        </p:tgtEl>
                                      </p:cBhvr>
                                    </p:animEffect>
                                  </p:childTnLst>
                                </p:cTn>
                              </p:par>
                              <p:par>
                                <p:cTn id="33" presetID="10" presetClass="entr" presetSubtype="0" fill="hold"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fill="hold"/>
                                        <p:tgtEl>
                                          <p:spTgt spid="1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fill="hold"/>
                                        <p:tgtEl>
                                          <p:spTgt spid="14"/>
                                        </p:tgtEl>
                                      </p:cBhvr>
                                    </p:animEffect>
                                  </p:childTnLst>
                                </p:cTn>
                              </p:par>
                              <p:par>
                                <p:cTn id="41" presetID="10" presetClass="entr" presetSubtype="0" fill="hold"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50" fill="hold"/>
                                        <p:tgtEl>
                                          <p:spTgt spid="15"/>
                                        </p:tgtEl>
                                      </p:cBhvr>
                                    </p:animEffect>
                                  </p:childTnLst>
                                </p:cTn>
                              </p:par>
                              <p:par>
                                <p:cTn id="44" presetID="10" presetClass="entr" presetSubtype="0" fill="hold"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50" fill="hold"/>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showMasterSp="0">
  <p:cSld name="Multimodalidad">
    <p:bg>
      <p:bgPr>
        <a:solidFill>
          <a:srgbClr val="181713"/>
        </a:solidFill>
        <a:effectLst/>
      </p:bgPr>
    </p:bg>
    <p:spTree>
      <p:nvGrpSpPr>
        <p:cNvPr id="1" name=""/>
        <p:cNvGrpSpPr/>
        <p:nvPr/>
      </p:nvGrpSpPr>
      <p:grpSpPr>
        <a:xfrm>
          <a:off x="0" y="0"/>
          <a:ext cx="0" cy="0"/>
          <a:chOff x="0" y="0"/>
          <a:chExt cx="0" cy="0"/>
        </a:xfrm>
      </p:grpSpPr>
      <p:sp>
        <p:nvSpPr>
          <p:cNvPr id="2" name="Dos modelos con funciones distintas"/>
          <p:cNvSpPr txBox="1"/>
          <p:nvPr/>
        </p:nvSpPr>
        <p:spPr>
          <a:xfrm>
            <a:off x="685800" y="609600"/>
            <a:ext cx="10820400" cy="9525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4200" b="1">
                <a:solidFill>
                  <a:srgbClr val="E8E5DC"/>
                </a:solidFill>
                <a:latin typeface="Arial"/>
                <a:ea typeface="Arial"/>
                <a:cs typeface="Arial"/>
              </a:defRPr>
            </a:pPr>
            <a:r>
              <a:rPr lang="es-ES" sz="4200" b="1">
                <a:solidFill>
                  <a:srgbClr val="E8E5DC"/>
                </a:solidFill>
                <a:latin typeface="Arial"/>
                <a:ea typeface="Arial"/>
                <a:cs typeface="Arial"/>
              </a:rPr>
              <a:t xml:space="preserve">Dos modelos con funciones distintas</a:t>
            </a:r>
            <a:endParaRPr lang="es-ES" sz="4200"/>
          </a:p>
        </p:txBody>
      </p:sp>
      <p:sp>
        <p:nvSpPr>
          <p:cNvPr id="3" name="Audio y texto se coordinan dentro del mismo flujo de usuario."/>
          <p:cNvSpPr txBox="1"/>
          <p:nvPr/>
        </p:nvSpPr>
        <p:spPr>
          <a:xfrm>
            <a:off x="704850" y="1543050"/>
            <a:ext cx="10572750" cy="619125"/>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025" b="0">
                <a:solidFill>
                  <a:srgbClr val="B5B1A8"/>
                </a:solidFill>
                <a:latin typeface="Arial"/>
                <a:ea typeface="Arial"/>
                <a:cs typeface="Arial"/>
              </a:defRPr>
            </a:pPr>
            <a:r>
              <a:rPr lang="es-ES" sz="2025" b="0">
                <a:solidFill>
                  <a:srgbClr val="B5B1A8"/>
                </a:solidFill>
                <a:latin typeface="Arial"/>
                <a:ea typeface="Arial"/>
                <a:cs typeface="Arial"/>
              </a:rPr>
              <a:t xml:space="preserve">Audio y texto se coordinan dentro del mismo flujo de usuario.</a:t>
            </a:r>
            <a:endParaRPr lang="es-ES" sz="2025"/>
          </a:p>
        </p:txBody>
      </p:sp>
      <p:sp>
        <p:nvSpPr>
          <p:cNvPr id="4" name="Modelo de voz"/>
          <p:cNvSpPr txBox="1"/>
          <p:nvPr/>
        </p:nvSpPr>
        <p:spPr>
          <a:xfrm>
            <a:off x="704850" y="2562225"/>
            <a:ext cx="4857750" cy="523875"/>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550" b="1">
                <a:solidFill>
                  <a:srgbClr val="B39A6A"/>
                </a:solidFill>
                <a:latin typeface="Arial"/>
                <a:ea typeface="Arial"/>
                <a:cs typeface="Arial"/>
              </a:defRPr>
            </a:pPr>
            <a:r>
              <a:rPr lang="es-ES" sz="2550" b="1">
                <a:solidFill>
                  <a:srgbClr val="B39A6A"/>
                </a:solidFill>
                <a:latin typeface="Arial"/>
                <a:ea typeface="Arial"/>
                <a:cs typeface="Arial"/>
              </a:rPr>
              <a:t xml:space="preserve">Modelo de voz</a:t>
            </a:r>
            <a:endParaRPr lang="es-ES" sz="2550"/>
          </a:p>
        </p:txBody>
      </p:sp>
      <p:sp>
        <p:nvSpPr>
          <p:cNvPr id="5" name="Whisper"/>
          <p:cNvSpPr txBox="1"/>
          <p:nvPr/>
        </p:nvSpPr>
        <p:spPr>
          <a:xfrm>
            <a:off x="704850" y="3257550"/>
            <a:ext cx="4953000" cy="7620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4725" b="1">
                <a:solidFill>
                  <a:srgbClr val="E8E5DC"/>
                </a:solidFill>
                <a:latin typeface="Arial"/>
                <a:ea typeface="Arial"/>
                <a:cs typeface="Arial"/>
              </a:defRPr>
            </a:pPr>
            <a:r>
              <a:rPr lang="es-ES" sz="4725" b="1">
                <a:solidFill>
                  <a:srgbClr val="E8E5DC"/>
                </a:solidFill>
                <a:latin typeface="Arial"/>
                <a:ea typeface="Arial"/>
                <a:cs typeface="Arial"/>
              </a:rPr>
              <a:t xml:space="preserve">Whisper</a:t>
            </a:r>
            <a:endParaRPr lang="es-ES" sz="4725"/>
          </a:p>
        </p:txBody>
      </p:sp>
      <p:sp>
        <p:nvSpPr>
          <p:cNvPr id="6" name="Convierte la grabación en texto que el usuario puede revisar"/>
          <p:cNvSpPr txBox="1"/>
          <p:nvPr/>
        </p:nvSpPr>
        <p:spPr>
          <a:xfrm>
            <a:off x="704850" y="4181475"/>
            <a:ext cx="4857750" cy="923925"/>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175" b="0">
                <a:solidFill>
                  <a:srgbClr val="B5B1A8"/>
                </a:solidFill>
                <a:latin typeface="Arial"/>
                <a:ea typeface="Arial"/>
                <a:cs typeface="Arial"/>
              </a:defRPr>
            </a:pPr>
            <a:r>
              <a:rPr lang="es-ES" sz="2175" b="0">
                <a:solidFill>
                  <a:srgbClr val="B5B1A8"/>
                </a:solidFill>
                <a:latin typeface="Arial"/>
                <a:ea typeface="Arial"/>
                <a:cs typeface="Arial"/>
              </a:rPr>
              <a:t xml:space="preserve">Convierte la grabación en texto
que el usuario puede revisar</a:t>
            </a:r>
            <a:endParaRPr lang="es-ES" sz="2175"/>
          </a:p>
        </p:txBody>
      </p:sp>
      <p:sp>
        <p:nvSpPr>
          <p:cNvPr id="7" name="Modelo de lenguaje"/>
          <p:cNvSpPr txBox="1"/>
          <p:nvPr/>
        </p:nvSpPr>
        <p:spPr>
          <a:xfrm>
            <a:off x="6819900" y="2562225"/>
            <a:ext cx="4857750" cy="523875"/>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550" b="1">
                <a:solidFill>
                  <a:srgbClr val="53BA91"/>
                </a:solidFill>
                <a:latin typeface="Arial"/>
                <a:ea typeface="Arial"/>
                <a:cs typeface="Arial"/>
              </a:defRPr>
            </a:pPr>
            <a:r>
              <a:rPr lang="es-ES" sz="2550" b="1">
                <a:solidFill>
                  <a:srgbClr val="53BA91"/>
                </a:solidFill>
                <a:latin typeface="Arial"/>
                <a:ea typeface="Arial"/>
                <a:cs typeface="Arial"/>
              </a:rPr>
              <a:t xml:space="preserve">Modelo de lenguaje</a:t>
            </a:r>
            <a:endParaRPr lang="es-ES" sz="2550"/>
          </a:p>
        </p:txBody>
      </p:sp>
      <p:sp>
        <p:nvSpPr>
          <p:cNvPr id="8" name="DeepSeek"/>
          <p:cNvSpPr txBox="1"/>
          <p:nvPr/>
        </p:nvSpPr>
        <p:spPr>
          <a:xfrm>
            <a:off x="6819900" y="3257550"/>
            <a:ext cx="4667250" cy="7620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4725" b="1">
                <a:solidFill>
                  <a:srgbClr val="E8E5DC"/>
                </a:solidFill>
                <a:latin typeface="Arial"/>
                <a:ea typeface="Arial"/>
                <a:cs typeface="Arial"/>
              </a:defRPr>
            </a:pPr>
            <a:r>
              <a:rPr lang="es-ES" sz="4725" b="1">
                <a:solidFill>
                  <a:srgbClr val="E8E5DC"/>
                </a:solidFill>
                <a:latin typeface="Arial"/>
                <a:ea typeface="Arial"/>
                <a:cs typeface="Arial"/>
              </a:rPr>
              <a:t xml:space="preserve">DeepSeek</a:t>
            </a:r>
            <a:endParaRPr lang="es-ES" sz="4725"/>
          </a:p>
        </p:txBody>
      </p:sp>
      <p:sp>
        <p:nvSpPr>
          <p:cNvPr id="9" name="Consulta datos y crea reglas con diez herramientas tipadas"/>
          <p:cNvSpPr txBox="1"/>
          <p:nvPr/>
        </p:nvSpPr>
        <p:spPr>
          <a:xfrm>
            <a:off x="6819900" y="4181475"/>
            <a:ext cx="4857750" cy="923925"/>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175" b="0">
                <a:solidFill>
                  <a:srgbClr val="B5B1A8"/>
                </a:solidFill>
                <a:latin typeface="Arial"/>
                <a:ea typeface="Arial"/>
                <a:cs typeface="Arial"/>
              </a:defRPr>
            </a:pPr>
            <a:r>
              <a:rPr lang="es-ES" sz="2175" b="0">
                <a:solidFill>
                  <a:srgbClr val="B5B1A8"/>
                </a:solidFill>
                <a:latin typeface="Arial"/>
                <a:ea typeface="Arial"/>
                <a:cs typeface="Arial"/>
              </a:rPr>
              <a:t xml:space="preserve">Consulta datos y crea reglas
con diez herramientas tipadas</a:t>
            </a:r>
            <a:endParaRPr lang="es-ES" sz="2175"/>
          </a:p>
        </p:txBody>
      </p:sp>
      <p:sp>
        <p:nvSpPr>
          <p:cNvPr id="10" name="OpenRouter conecta proveedores. LangChain orquesta las herramientas."/>
          <p:cNvSpPr txBox="1"/>
          <p:nvPr/>
        </p:nvSpPr>
        <p:spPr>
          <a:xfrm>
            <a:off x="704850" y="5629275"/>
            <a:ext cx="10820400" cy="6667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025" b="0">
                <a:solidFill>
                  <a:srgbClr val="E8E5DC"/>
                </a:solidFill>
                <a:latin typeface="Arial"/>
                <a:ea typeface="Arial"/>
                <a:cs typeface="Arial"/>
              </a:defRPr>
            </a:pPr>
            <a:r>
              <a:rPr lang="es-ES" sz="2025" b="0">
                <a:solidFill>
                  <a:srgbClr val="E8E5DC"/>
                </a:solidFill>
                <a:latin typeface="Arial"/>
                <a:ea typeface="Arial"/>
                <a:cs typeface="Arial"/>
              </a:rPr>
              <a:t xml:space="preserve">OpenRouter conecta proveedores. LangChain orquesta las herramientas.</a:t>
            </a:r>
            <a:endParaRPr lang="es-ES" sz="2025"/>
          </a:p>
        </p:txBody>
      </p:sp>
      <p:sp>
        <p:nvSpPr>
          <p:cNvPr id="11" name="Número de diapositiva"/>
          <p:cNvSpPr txBox="1"/>
          <p:nvPr/>
        </p:nvSpPr>
        <p:spPr>
          <a:xfrm>
            <a:off x="11334750" y="6486525"/>
            <a:ext cx="285750" cy="238125"/>
          </a:xfrm>
          <a:prstGeom prst="rect">
            <a:avLst/>
          </a:prstGeom>
          <a:noFill/>
          <a:ln>
            <a:noFill/>
          </a:ln>
        </p:spPr>
        <p:txBody>
          <a:bodyPr wrap="square" lIns="0" tIns="0" rIns="0" bIns="0" anchor="t">
            <a:noAutofit/>
          </a:bodyPr>
          <a:lstStyle/>
          <a:p>
            <a:pPr algn="r">
              <a:lnSpc>
                <a:spcPct val="112000"/>
              </a:lnSpc>
              <a:spcBef>
                <a:spcPts val="0"/>
              </a:spcBef>
              <a:spcAft>
                <a:spcPts val="0"/>
              </a:spcAft>
              <a:defRPr lang="es-ES" sz="1275" b="0">
                <a:solidFill>
                  <a:srgbClr val="B39A6A"/>
                </a:solidFill>
                <a:latin typeface="Arial"/>
                <a:ea typeface="Arial"/>
                <a:cs typeface="Arial"/>
              </a:defRPr>
            </a:pPr>
            <a:r>
              <a:rPr lang="es-ES" sz="1275" b="0">
                <a:solidFill>
                  <a:srgbClr val="B39A6A"/>
                </a:solidFill>
                <a:latin typeface="Arial"/>
                <a:ea typeface="Arial"/>
                <a:cs typeface="Arial"/>
              </a:rPr>
              <a:t xml:space="preserve">6</a:t>
            </a:r>
            <a:endParaRPr lang="es-ES" sz="1275"/>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fill="hold"/>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450" fill="hold"/>
                                        <p:tgtEl>
                                          <p:spTgt spid="5"/>
                                        </p:tgtEl>
                                      </p:cBhvr>
                                    </p:animEffect>
                                  </p:childTnLst>
                                </p:cTn>
                              </p:par>
                              <p:par>
                                <p:cTn id="11" presetID="10"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450" fill="hold"/>
                                        <p:tgtEl>
                                          <p:spTgt spid="6"/>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fill="hold"/>
                                        <p:tgtEl>
                                          <p:spTgt spid="7"/>
                                        </p:tgtEl>
                                      </p:cBhvr>
                                    </p:animEffect>
                                  </p:childTnLst>
                                </p:cTn>
                              </p:par>
                              <p:par>
                                <p:cTn id="19" presetID="10" presetClass="entr" presetSubtype="0" fill="hold"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fill="hold"/>
                                        <p:tgtEl>
                                          <p:spTgt spid="8"/>
                                        </p:tgtEl>
                                      </p:cBhvr>
                                    </p:animEffect>
                                  </p:childTnLst>
                                </p:cTn>
                              </p:par>
                              <p:par>
                                <p:cTn id="22" presetID="10" presetClass="entr" presetSubtype="0" fill="hold"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450" fill="hold"/>
                                        <p:tgtEl>
                                          <p:spTgt spid="9"/>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450" fill="hold"/>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showMasterSp="0">
  <p:cSld name="Arquitectura">
    <p:bg>
      <p:bgPr>
        <a:solidFill>
          <a:srgbClr val="181713"/>
        </a:solidFill>
        <a:effectLst/>
      </p:bgPr>
    </p:bg>
    <p:spTree>
      <p:nvGrpSpPr>
        <p:cNvPr id="1" name=""/>
        <p:cNvGrpSpPr/>
        <p:nvPr/>
      </p:nvGrpSpPr>
      <p:grpSpPr>
        <a:xfrm>
          <a:off x="0" y="0"/>
          <a:ext cx="0" cy="0"/>
          <a:chOff x="0" y="0"/>
          <a:chExt cx="0" cy="0"/>
        </a:xfrm>
      </p:grpSpPr>
      <p:sp>
        <p:nvSpPr>
          <p:cNvPr id="2" name="La arquitectura del MVP"/>
          <p:cNvSpPr txBox="1"/>
          <p:nvPr/>
        </p:nvSpPr>
        <p:spPr>
          <a:xfrm>
            <a:off x="685800" y="609600"/>
            <a:ext cx="10820400" cy="9525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4200" b="1">
                <a:solidFill>
                  <a:srgbClr val="E8E5DC"/>
                </a:solidFill>
                <a:latin typeface="Arial"/>
                <a:ea typeface="Arial"/>
                <a:cs typeface="Arial"/>
              </a:defRPr>
            </a:pPr>
            <a:r>
              <a:rPr lang="es-ES" sz="4200" b="1">
                <a:solidFill>
                  <a:srgbClr val="E8E5DC"/>
                </a:solidFill>
                <a:latin typeface="Arial"/>
                <a:ea typeface="Arial"/>
                <a:cs typeface="Arial"/>
              </a:rPr>
              <a:t xml:space="preserve">La arquitectura del MVP</a:t>
            </a:r>
            <a:endParaRPr lang="es-ES" sz="4200"/>
          </a:p>
        </p:txBody>
      </p:sp>
      <p:sp>
        <p:nvSpPr>
          <p:cNvPr id="3" name="Voz o texto"/>
          <p:cNvSpPr/>
          <p:nvPr/>
        </p:nvSpPr>
        <p:spPr>
          <a:xfrm>
            <a:off x="685800" y="2085975"/>
            <a:ext cx="2381250" cy="1028700"/>
          </a:xfrm>
          <a:prstGeom prst="rect">
            <a:avLst/>
          </a:prstGeom>
          <a:solidFill>
            <a:srgbClr val="181713"/>
          </a:solidFill>
          <a:ln w="9525">
            <a:solidFill>
              <a:srgbClr val="B39A6A"/>
            </a:solidFill>
          </a:ln>
        </p:spPr>
      </p:sp>
      <p:sp>
        <p:nvSpPr>
          <p:cNvPr id="4" name="Voz o texto"/>
          <p:cNvSpPr txBox="1"/>
          <p:nvPr/>
        </p:nvSpPr>
        <p:spPr>
          <a:xfrm>
            <a:off x="857250" y="2257425"/>
            <a:ext cx="2038350" cy="3619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1800" b="1">
                <a:solidFill>
                  <a:srgbClr val="B39A6A"/>
                </a:solidFill>
                <a:latin typeface="Arial"/>
                <a:ea typeface="Arial"/>
                <a:cs typeface="Arial"/>
              </a:defRPr>
            </a:pPr>
            <a:r>
              <a:rPr lang="es-ES" sz="1800" b="1">
                <a:solidFill>
                  <a:srgbClr val="B39A6A"/>
                </a:solidFill>
                <a:latin typeface="Arial"/>
                <a:ea typeface="Arial"/>
                <a:cs typeface="Arial"/>
              </a:rPr>
              <a:t xml:space="preserve">Voz o texto</a:t>
            </a:r>
            <a:endParaRPr lang="es-ES" sz="1800"/>
          </a:p>
        </p:txBody>
      </p:sp>
      <p:sp>
        <p:nvSpPr>
          <p:cNvPr id="5" name="React + FastAPI"/>
          <p:cNvSpPr txBox="1"/>
          <p:nvPr/>
        </p:nvSpPr>
        <p:spPr>
          <a:xfrm>
            <a:off x="857250" y="2647950"/>
            <a:ext cx="2038350" cy="3810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1500" b="0">
                <a:solidFill>
                  <a:srgbClr val="B5B1A8"/>
                </a:solidFill>
                <a:latin typeface="Arial"/>
                <a:ea typeface="Arial"/>
                <a:cs typeface="Arial"/>
              </a:defRPr>
            </a:pPr>
            <a:r>
              <a:rPr lang="es-ES" sz="1500" b="0">
                <a:solidFill>
                  <a:srgbClr val="B5B1A8"/>
                </a:solidFill>
                <a:latin typeface="Arial"/>
                <a:ea typeface="Arial"/>
                <a:cs typeface="Arial"/>
              </a:rPr>
              <a:t xml:space="preserve">React + FastAPI</a:t>
            </a:r>
            <a:endParaRPr lang="es-ES" sz="1500"/>
          </a:p>
        </p:txBody>
      </p:sp>
      <p:sp>
        <p:nvSpPr>
          <p:cNvPr id="6" name="Modelos y agente"/>
          <p:cNvSpPr/>
          <p:nvPr/>
        </p:nvSpPr>
        <p:spPr>
          <a:xfrm>
            <a:off x="3495675" y="2085975"/>
            <a:ext cx="2381250" cy="1028700"/>
          </a:xfrm>
          <a:prstGeom prst="rect">
            <a:avLst/>
          </a:prstGeom>
          <a:solidFill>
            <a:srgbClr val="181713"/>
          </a:solidFill>
          <a:ln w="9525">
            <a:solidFill>
              <a:srgbClr val="B39A6A"/>
            </a:solidFill>
          </a:ln>
        </p:spPr>
      </p:sp>
      <p:sp>
        <p:nvSpPr>
          <p:cNvPr id="7" name="Modelos y agente"/>
          <p:cNvSpPr txBox="1"/>
          <p:nvPr/>
        </p:nvSpPr>
        <p:spPr>
          <a:xfrm>
            <a:off x="3667125" y="2257425"/>
            <a:ext cx="2038350" cy="3619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1800" b="1">
                <a:solidFill>
                  <a:srgbClr val="B39A6A"/>
                </a:solidFill>
                <a:latin typeface="Arial"/>
                <a:ea typeface="Arial"/>
                <a:cs typeface="Arial"/>
              </a:defRPr>
            </a:pPr>
            <a:r>
              <a:rPr lang="es-ES" sz="1800" b="1">
                <a:solidFill>
                  <a:srgbClr val="B39A6A"/>
                </a:solidFill>
                <a:latin typeface="Arial"/>
                <a:ea typeface="Arial"/>
                <a:cs typeface="Arial"/>
              </a:rPr>
              <a:t xml:space="preserve">Modelos y agente</a:t>
            </a:r>
            <a:endParaRPr lang="es-ES" sz="1800"/>
          </a:p>
        </p:txBody>
      </p:sp>
      <p:sp>
        <p:nvSpPr>
          <p:cNvPr id="8" name="Transcripción + tools"/>
          <p:cNvSpPr txBox="1"/>
          <p:nvPr/>
        </p:nvSpPr>
        <p:spPr>
          <a:xfrm>
            <a:off x="3667125" y="2647950"/>
            <a:ext cx="2038350" cy="3810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1500" b="0">
                <a:solidFill>
                  <a:srgbClr val="B5B1A8"/>
                </a:solidFill>
                <a:latin typeface="Arial"/>
                <a:ea typeface="Arial"/>
                <a:cs typeface="Arial"/>
              </a:defRPr>
            </a:pPr>
            <a:r>
              <a:rPr lang="es-ES" sz="1500" b="0">
                <a:solidFill>
                  <a:srgbClr val="B5B1A8"/>
                </a:solidFill>
                <a:latin typeface="Arial"/>
                <a:ea typeface="Arial"/>
                <a:cs typeface="Arial"/>
              </a:rPr>
              <a:t xml:space="preserve">Transcripción + tools</a:t>
            </a:r>
            <a:endParaRPr lang="es-ES" sz="1500"/>
          </a:p>
        </p:txBody>
      </p:sp>
      <p:sp>
        <p:nvSpPr>
          <p:cNvPr id="9" name="Regla validada"/>
          <p:cNvSpPr/>
          <p:nvPr/>
        </p:nvSpPr>
        <p:spPr>
          <a:xfrm>
            <a:off x="6305550" y="2085975"/>
            <a:ext cx="2381250" cy="1028700"/>
          </a:xfrm>
          <a:prstGeom prst="rect">
            <a:avLst/>
          </a:prstGeom>
          <a:solidFill>
            <a:srgbClr val="181713"/>
          </a:solidFill>
          <a:ln w="9525">
            <a:solidFill>
              <a:srgbClr val="B39A6A"/>
            </a:solidFill>
          </a:ln>
        </p:spPr>
      </p:sp>
      <p:sp>
        <p:nvSpPr>
          <p:cNvPr id="10" name="Regla validada"/>
          <p:cNvSpPr txBox="1"/>
          <p:nvPr/>
        </p:nvSpPr>
        <p:spPr>
          <a:xfrm>
            <a:off x="6477000" y="2257425"/>
            <a:ext cx="2038350" cy="3619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1800" b="1">
                <a:solidFill>
                  <a:srgbClr val="B39A6A"/>
                </a:solidFill>
                <a:latin typeface="Arial"/>
                <a:ea typeface="Arial"/>
                <a:cs typeface="Arial"/>
              </a:defRPr>
            </a:pPr>
            <a:r>
              <a:rPr lang="es-ES" sz="1800" b="1">
                <a:solidFill>
                  <a:srgbClr val="B39A6A"/>
                </a:solidFill>
                <a:latin typeface="Arial"/>
                <a:ea typeface="Arial"/>
                <a:cs typeface="Arial"/>
              </a:rPr>
              <a:t xml:space="preserve">Regla validada</a:t>
            </a:r>
            <a:endParaRPr lang="es-ES" sz="1800"/>
          </a:p>
        </p:txBody>
      </p:sp>
      <p:sp>
        <p:nvSpPr>
          <p:cNvPr id="11" name="AlertService"/>
          <p:cNvSpPr txBox="1"/>
          <p:nvPr/>
        </p:nvSpPr>
        <p:spPr>
          <a:xfrm>
            <a:off x="6477000" y="2647950"/>
            <a:ext cx="2038350" cy="3810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1500" b="0">
                <a:solidFill>
                  <a:srgbClr val="B5B1A8"/>
                </a:solidFill>
                <a:latin typeface="Arial"/>
                <a:ea typeface="Arial"/>
                <a:cs typeface="Arial"/>
              </a:defRPr>
            </a:pPr>
            <a:r>
              <a:rPr lang="es-ES" sz="1500" b="0">
                <a:solidFill>
                  <a:srgbClr val="B5B1A8"/>
                </a:solidFill>
                <a:latin typeface="Arial"/>
                <a:ea typeface="Arial"/>
                <a:cs typeface="Arial"/>
              </a:rPr>
              <a:t xml:space="preserve">AlertService</a:t>
            </a:r>
            <a:endParaRPr lang="es-ES" sz="1500"/>
          </a:p>
        </p:txBody>
      </p:sp>
      <p:sp>
        <p:nvSpPr>
          <p:cNvPr id="12" name="Persistencia"/>
          <p:cNvSpPr/>
          <p:nvPr/>
        </p:nvSpPr>
        <p:spPr>
          <a:xfrm>
            <a:off x="9115425" y="2085975"/>
            <a:ext cx="2381250" cy="1028700"/>
          </a:xfrm>
          <a:prstGeom prst="rect">
            <a:avLst/>
          </a:prstGeom>
          <a:solidFill>
            <a:srgbClr val="181713"/>
          </a:solidFill>
          <a:ln w="9525">
            <a:solidFill>
              <a:srgbClr val="B39A6A"/>
            </a:solidFill>
          </a:ln>
        </p:spPr>
      </p:sp>
      <p:sp>
        <p:nvSpPr>
          <p:cNvPr id="13" name="Persistencia"/>
          <p:cNvSpPr txBox="1"/>
          <p:nvPr/>
        </p:nvSpPr>
        <p:spPr>
          <a:xfrm>
            <a:off x="9286875" y="2257425"/>
            <a:ext cx="2038350" cy="3619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1800" b="1">
                <a:solidFill>
                  <a:srgbClr val="B39A6A"/>
                </a:solidFill>
                <a:latin typeface="Arial"/>
                <a:ea typeface="Arial"/>
                <a:cs typeface="Arial"/>
              </a:defRPr>
            </a:pPr>
            <a:r>
              <a:rPr lang="es-ES" sz="1800" b="1">
                <a:solidFill>
                  <a:srgbClr val="B39A6A"/>
                </a:solidFill>
                <a:latin typeface="Arial"/>
                <a:ea typeface="Arial"/>
                <a:cs typeface="Arial"/>
              </a:rPr>
              <a:t xml:space="preserve">Persistencia</a:t>
            </a:r>
            <a:endParaRPr lang="es-ES" sz="1800"/>
          </a:p>
        </p:txBody>
      </p:sp>
      <p:sp>
        <p:nvSpPr>
          <p:cNvPr id="14" name="PostgreSQL"/>
          <p:cNvSpPr txBox="1"/>
          <p:nvPr/>
        </p:nvSpPr>
        <p:spPr>
          <a:xfrm>
            <a:off x="9286875" y="2647950"/>
            <a:ext cx="2038350" cy="3810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1500" b="0">
                <a:solidFill>
                  <a:srgbClr val="B5B1A8"/>
                </a:solidFill>
                <a:latin typeface="Arial"/>
                <a:ea typeface="Arial"/>
                <a:cs typeface="Arial"/>
              </a:defRPr>
            </a:pPr>
            <a:r>
              <a:rPr lang="es-ES" sz="1500" b="0">
                <a:solidFill>
                  <a:srgbClr val="B5B1A8"/>
                </a:solidFill>
                <a:latin typeface="Arial"/>
                <a:ea typeface="Arial"/>
                <a:cs typeface="Arial"/>
              </a:rPr>
              <a:t xml:space="preserve">PostgreSQL</a:t>
            </a:r>
            <a:endParaRPr lang="es-ES" sz="1500"/>
          </a:p>
        </p:txBody>
      </p:sp>
      <p:sp>
        <p:nvSpPr>
          <p:cNvPr id="15" name="Hyperliquid"/>
          <p:cNvSpPr/>
          <p:nvPr/>
        </p:nvSpPr>
        <p:spPr>
          <a:xfrm>
            <a:off x="685800" y="4295775"/>
            <a:ext cx="2381250" cy="1028700"/>
          </a:xfrm>
          <a:prstGeom prst="rect">
            <a:avLst/>
          </a:prstGeom>
          <a:solidFill>
            <a:srgbClr val="181713"/>
          </a:solidFill>
          <a:ln w="9525">
            <a:solidFill>
              <a:srgbClr val="53BA91"/>
            </a:solidFill>
          </a:ln>
        </p:spPr>
      </p:sp>
      <p:sp>
        <p:nvSpPr>
          <p:cNvPr id="16" name="Hyperliquid"/>
          <p:cNvSpPr txBox="1"/>
          <p:nvPr/>
        </p:nvSpPr>
        <p:spPr>
          <a:xfrm>
            <a:off x="857250" y="4467225"/>
            <a:ext cx="2038350" cy="3619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1800" b="1">
                <a:solidFill>
                  <a:srgbClr val="53BA91"/>
                </a:solidFill>
                <a:latin typeface="Arial"/>
                <a:ea typeface="Arial"/>
                <a:cs typeface="Arial"/>
              </a:defRPr>
            </a:pPr>
            <a:r>
              <a:rPr lang="es-ES" sz="1800" b="1">
                <a:solidFill>
                  <a:srgbClr val="53BA91"/>
                </a:solidFill>
                <a:latin typeface="Arial"/>
                <a:ea typeface="Arial"/>
                <a:cs typeface="Arial"/>
              </a:rPr>
              <a:t xml:space="preserve">Hyperliquid</a:t>
            </a:r>
            <a:endParaRPr lang="es-ES" sz="1800"/>
          </a:p>
        </p:txBody>
      </p:sp>
      <p:sp>
        <p:nvSpPr>
          <p:cNvPr id="17" name="WebSocket + REST"/>
          <p:cNvSpPr txBox="1"/>
          <p:nvPr/>
        </p:nvSpPr>
        <p:spPr>
          <a:xfrm>
            <a:off x="857250" y="4857750"/>
            <a:ext cx="2038350" cy="3810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1500" b="0">
                <a:solidFill>
                  <a:srgbClr val="B5B1A8"/>
                </a:solidFill>
                <a:latin typeface="Arial"/>
                <a:ea typeface="Arial"/>
                <a:cs typeface="Arial"/>
              </a:defRPr>
            </a:pPr>
            <a:r>
              <a:rPr lang="es-ES" sz="1500" b="0">
                <a:solidFill>
                  <a:srgbClr val="B5B1A8"/>
                </a:solidFill>
                <a:latin typeface="Arial"/>
                <a:ea typeface="Arial"/>
                <a:cs typeface="Arial"/>
              </a:rPr>
              <a:t xml:space="preserve">WebSocket + REST</a:t>
            </a:r>
            <a:endParaRPr lang="es-ES" sz="1500"/>
          </a:p>
        </p:txBody>
      </p:sp>
      <p:sp>
        <p:nvSpPr>
          <p:cNvPr id="18" name="Datos de mercado"/>
          <p:cNvSpPr/>
          <p:nvPr/>
        </p:nvSpPr>
        <p:spPr>
          <a:xfrm>
            <a:off x="3495675" y="4295775"/>
            <a:ext cx="2381250" cy="1028700"/>
          </a:xfrm>
          <a:prstGeom prst="rect">
            <a:avLst/>
          </a:prstGeom>
          <a:solidFill>
            <a:srgbClr val="181713"/>
          </a:solidFill>
          <a:ln w="9525">
            <a:solidFill>
              <a:srgbClr val="53BA91"/>
            </a:solidFill>
          </a:ln>
        </p:spPr>
      </p:sp>
      <p:sp>
        <p:nvSpPr>
          <p:cNvPr id="19" name="Datos de mercado"/>
          <p:cNvSpPr txBox="1"/>
          <p:nvPr/>
        </p:nvSpPr>
        <p:spPr>
          <a:xfrm>
            <a:off x="3667125" y="4467225"/>
            <a:ext cx="2038350" cy="3619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1800" b="1">
                <a:solidFill>
                  <a:srgbClr val="53BA91"/>
                </a:solidFill>
                <a:latin typeface="Arial"/>
                <a:ea typeface="Arial"/>
                <a:cs typeface="Arial"/>
              </a:defRPr>
            </a:pPr>
            <a:r>
              <a:rPr lang="es-ES" sz="1800" b="1">
                <a:solidFill>
                  <a:srgbClr val="53BA91"/>
                </a:solidFill>
                <a:latin typeface="Arial"/>
                <a:ea typeface="Arial"/>
                <a:cs typeface="Arial"/>
              </a:rPr>
              <a:t xml:space="preserve">Datos de mercado</a:t>
            </a:r>
            <a:endParaRPr lang="es-ES" sz="1800"/>
          </a:p>
        </p:txBody>
      </p:sp>
      <p:sp>
        <p:nvSpPr>
          <p:cNvPr id="20" name="MarketDataService"/>
          <p:cNvSpPr txBox="1"/>
          <p:nvPr/>
        </p:nvSpPr>
        <p:spPr>
          <a:xfrm>
            <a:off x="3667125" y="4857750"/>
            <a:ext cx="2038350" cy="3810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1500" b="0">
                <a:solidFill>
                  <a:srgbClr val="B5B1A8"/>
                </a:solidFill>
                <a:latin typeface="Arial"/>
                <a:ea typeface="Arial"/>
                <a:cs typeface="Arial"/>
              </a:defRPr>
            </a:pPr>
            <a:r>
              <a:rPr lang="es-ES" sz="1500" b="0">
                <a:solidFill>
                  <a:srgbClr val="B5B1A8"/>
                </a:solidFill>
                <a:latin typeface="Arial"/>
                <a:ea typeface="Arial"/>
                <a:cs typeface="Arial"/>
              </a:rPr>
              <a:t xml:space="preserve">MarketDataService</a:t>
            </a:r>
            <a:endParaRPr lang="es-ES" sz="1500"/>
          </a:p>
        </p:txBody>
      </p:sp>
      <p:sp>
        <p:nvSpPr>
          <p:cNvPr id="21" name="Motor de reglas"/>
          <p:cNvSpPr/>
          <p:nvPr/>
        </p:nvSpPr>
        <p:spPr>
          <a:xfrm>
            <a:off x="6305550" y="4295775"/>
            <a:ext cx="2381250" cy="1028700"/>
          </a:xfrm>
          <a:prstGeom prst="rect">
            <a:avLst/>
          </a:prstGeom>
          <a:solidFill>
            <a:srgbClr val="181713"/>
          </a:solidFill>
          <a:ln w="9525">
            <a:solidFill>
              <a:srgbClr val="53BA91"/>
            </a:solidFill>
          </a:ln>
        </p:spPr>
      </p:sp>
      <p:sp>
        <p:nvSpPr>
          <p:cNvPr id="22" name="Motor de reglas"/>
          <p:cNvSpPr txBox="1"/>
          <p:nvPr/>
        </p:nvSpPr>
        <p:spPr>
          <a:xfrm>
            <a:off x="6477000" y="4467225"/>
            <a:ext cx="2038350" cy="3619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1800" b="1">
                <a:solidFill>
                  <a:srgbClr val="53BA91"/>
                </a:solidFill>
                <a:latin typeface="Arial"/>
                <a:ea typeface="Arial"/>
                <a:cs typeface="Arial"/>
              </a:defRPr>
            </a:pPr>
            <a:r>
              <a:rPr lang="es-ES" sz="1800" b="1">
                <a:solidFill>
                  <a:srgbClr val="53BA91"/>
                </a:solidFill>
                <a:latin typeface="Arial"/>
                <a:ea typeface="Arial"/>
                <a:cs typeface="Arial"/>
              </a:rPr>
              <a:t xml:space="preserve">Motor de reglas</a:t>
            </a:r>
            <a:endParaRPr lang="es-ES" sz="1800"/>
          </a:p>
        </p:txBody>
      </p:sp>
      <p:sp>
        <p:nvSpPr>
          <p:cNvPr id="23" name="Ventanas + calidad"/>
          <p:cNvSpPr txBox="1"/>
          <p:nvPr/>
        </p:nvSpPr>
        <p:spPr>
          <a:xfrm>
            <a:off x="6477000" y="4857750"/>
            <a:ext cx="2038350" cy="3810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1500" b="0">
                <a:solidFill>
                  <a:srgbClr val="B5B1A8"/>
                </a:solidFill>
                <a:latin typeface="Arial"/>
                <a:ea typeface="Arial"/>
                <a:cs typeface="Arial"/>
              </a:defRPr>
            </a:pPr>
            <a:r>
              <a:rPr lang="es-ES" sz="1500" b="0">
                <a:solidFill>
                  <a:srgbClr val="B5B1A8"/>
                </a:solidFill>
                <a:latin typeface="Arial"/>
                <a:ea typeface="Arial"/>
                <a:cs typeface="Arial"/>
              </a:rPr>
              <a:t xml:space="preserve">Ventanas + calidad</a:t>
            </a:r>
            <a:endParaRPr lang="es-ES" sz="1500"/>
          </a:p>
        </p:txBody>
      </p:sp>
      <p:sp>
        <p:nvSpPr>
          <p:cNvPr id="24" name="Evento"/>
          <p:cNvSpPr/>
          <p:nvPr/>
        </p:nvSpPr>
        <p:spPr>
          <a:xfrm>
            <a:off x="9115425" y="4295775"/>
            <a:ext cx="2381250" cy="1028700"/>
          </a:xfrm>
          <a:prstGeom prst="rect">
            <a:avLst/>
          </a:prstGeom>
          <a:solidFill>
            <a:srgbClr val="181713"/>
          </a:solidFill>
          <a:ln w="9525">
            <a:solidFill>
              <a:srgbClr val="53BA91"/>
            </a:solidFill>
          </a:ln>
        </p:spPr>
      </p:sp>
      <p:sp>
        <p:nvSpPr>
          <p:cNvPr id="25" name="Evento"/>
          <p:cNvSpPr txBox="1"/>
          <p:nvPr/>
        </p:nvSpPr>
        <p:spPr>
          <a:xfrm>
            <a:off x="9286875" y="4467225"/>
            <a:ext cx="2038350" cy="3619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1800" b="1">
                <a:solidFill>
                  <a:srgbClr val="53BA91"/>
                </a:solidFill>
                <a:latin typeface="Arial"/>
                <a:ea typeface="Arial"/>
                <a:cs typeface="Arial"/>
              </a:defRPr>
            </a:pPr>
            <a:r>
              <a:rPr lang="es-ES" sz="1800" b="1">
                <a:solidFill>
                  <a:srgbClr val="53BA91"/>
                </a:solidFill>
                <a:latin typeface="Arial"/>
                <a:ea typeface="Arial"/>
                <a:cs typeface="Arial"/>
              </a:rPr>
              <a:t xml:space="preserve">Evento</a:t>
            </a:r>
            <a:endParaRPr lang="es-ES" sz="1800"/>
          </a:p>
        </p:txBody>
      </p:sp>
      <p:sp>
        <p:nvSpPr>
          <p:cNvPr id="26" name="Evidencia + historial"/>
          <p:cNvSpPr txBox="1"/>
          <p:nvPr/>
        </p:nvSpPr>
        <p:spPr>
          <a:xfrm>
            <a:off x="9286875" y="4857750"/>
            <a:ext cx="2038350" cy="3810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1500" b="0">
                <a:solidFill>
                  <a:srgbClr val="B5B1A8"/>
                </a:solidFill>
                <a:latin typeface="Arial"/>
                <a:ea typeface="Arial"/>
                <a:cs typeface="Arial"/>
              </a:defRPr>
            </a:pPr>
            <a:r>
              <a:rPr lang="es-ES" sz="1500" b="0">
                <a:solidFill>
                  <a:srgbClr val="B5B1A8"/>
                </a:solidFill>
                <a:latin typeface="Arial"/>
                <a:ea typeface="Arial"/>
                <a:cs typeface="Arial"/>
              </a:rPr>
              <a:t xml:space="preserve">Evidencia + historial</a:t>
            </a:r>
            <a:endParaRPr lang="es-ES" sz="1500"/>
          </a:p>
        </p:txBody>
      </p:sp>
      <p:cxnSp>
        <p:nvCxnSpPr>
          <p:cNvPr id="27" name="Conexión del flujo"/>
          <p:cNvCxnSpPr/>
          <p:nvPr/>
        </p:nvCxnSpPr>
        <p:spPr>
          <a:xfrm>
            <a:off x="3067050" y="2600325"/>
            <a:ext cx="333375" cy="0"/>
          </a:xfrm>
          <a:prstGeom prst="line">
            <a:avLst/>
          </a:prstGeom>
          <a:ln w="19050">
            <a:solidFill>
              <a:srgbClr val="B39A6A"/>
            </a:solidFill>
            <a:headEnd type="none"/>
            <a:tailEnd type="triangle"/>
          </a:ln>
        </p:spPr>
      </p:cxnSp>
      <p:cxnSp>
        <p:nvCxnSpPr>
          <p:cNvPr id="28" name="Conexión del flujo"/>
          <p:cNvCxnSpPr/>
          <p:nvPr/>
        </p:nvCxnSpPr>
        <p:spPr>
          <a:xfrm>
            <a:off x="5876925" y="2600325"/>
            <a:ext cx="333375" cy="0"/>
          </a:xfrm>
          <a:prstGeom prst="line">
            <a:avLst/>
          </a:prstGeom>
          <a:ln w="19050">
            <a:solidFill>
              <a:srgbClr val="B39A6A"/>
            </a:solidFill>
            <a:headEnd type="none"/>
            <a:tailEnd type="triangle"/>
          </a:ln>
        </p:spPr>
      </p:cxnSp>
      <p:cxnSp>
        <p:nvCxnSpPr>
          <p:cNvPr id="29" name="Conexión del flujo"/>
          <p:cNvCxnSpPr/>
          <p:nvPr/>
        </p:nvCxnSpPr>
        <p:spPr>
          <a:xfrm>
            <a:off x="8686800" y="2600325"/>
            <a:ext cx="333375" cy="0"/>
          </a:xfrm>
          <a:prstGeom prst="line">
            <a:avLst/>
          </a:prstGeom>
          <a:ln w="19050">
            <a:solidFill>
              <a:srgbClr val="B39A6A"/>
            </a:solidFill>
            <a:headEnd type="none"/>
            <a:tailEnd type="triangle"/>
          </a:ln>
        </p:spPr>
      </p:cxnSp>
      <p:cxnSp>
        <p:nvCxnSpPr>
          <p:cNvPr id="30" name="Conexión del flujo"/>
          <p:cNvCxnSpPr/>
          <p:nvPr/>
        </p:nvCxnSpPr>
        <p:spPr>
          <a:xfrm>
            <a:off x="3067050" y="4810125"/>
            <a:ext cx="333375" cy="0"/>
          </a:xfrm>
          <a:prstGeom prst="line">
            <a:avLst/>
          </a:prstGeom>
          <a:ln w="19050">
            <a:solidFill>
              <a:srgbClr val="53BA91"/>
            </a:solidFill>
            <a:headEnd type="none"/>
            <a:tailEnd type="triangle"/>
          </a:ln>
        </p:spPr>
      </p:cxnSp>
      <p:cxnSp>
        <p:nvCxnSpPr>
          <p:cNvPr id="31" name="Conexión del flujo"/>
          <p:cNvCxnSpPr/>
          <p:nvPr/>
        </p:nvCxnSpPr>
        <p:spPr>
          <a:xfrm>
            <a:off x="5876925" y="4810125"/>
            <a:ext cx="333375" cy="0"/>
          </a:xfrm>
          <a:prstGeom prst="line">
            <a:avLst/>
          </a:prstGeom>
          <a:ln w="19050">
            <a:solidFill>
              <a:srgbClr val="53BA91"/>
            </a:solidFill>
            <a:headEnd type="none"/>
            <a:tailEnd type="triangle"/>
          </a:ln>
        </p:spPr>
      </p:cxnSp>
      <p:cxnSp>
        <p:nvCxnSpPr>
          <p:cNvPr id="32" name="Conexión del flujo"/>
          <p:cNvCxnSpPr/>
          <p:nvPr/>
        </p:nvCxnSpPr>
        <p:spPr>
          <a:xfrm>
            <a:off x="8686800" y="4810125"/>
            <a:ext cx="333375" cy="0"/>
          </a:xfrm>
          <a:prstGeom prst="line">
            <a:avLst/>
          </a:prstGeom>
          <a:ln w="19050">
            <a:solidFill>
              <a:srgbClr val="53BA91"/>
            </a:solidFill>
            <a:headEnd type="none"/>
            <a:tailEnd type="triangle"/>
          </a:ln>
        </p:spPr>
      </p:cxnSp>
      <p:cxnSp>
        <p:nvCxnSpPr>
          <p:cNvPr id="33" name="Conexión del flujo"/>
          <p:cNvCxnSpPr/>
          <p:nvPr/>
        </p:nvCxnSpPr>
        <p:spPr>
          <a:xfrm>
            <a:off x="4686300" y="3209925"/>
            <a:ext cx="0" cy="981075"/>
          </a:xfrm>
          <a:prstGeom prst="line">
            <a:avLst/>
          </a:prstGeom>
          <a:ln w="19050">
            <a:solidFill>
              <a:srgbClr val="B5B1A8"/>
            </a:solidFill>
            <a:headEnd type="none"/>
            <a:tailEnd type="triangle"/>
          </a:ln>
        </p:spPr>
      </p:cxnSp>
      <p:cxnSp>
        <p:nvCxnSpPr>
          <p:cNvPr id="34" name="Conexión del flujo"/>
          <p:cNvCxnSpPr/>
          <p:nvPr/>
        </p:nvCxnSpPr>
        <p:spPr>
          <a:xfrm>
            <a:off x="7496175" y="3209925"/>
            <a:ext cx="0" cy="981075"/>
          </a:xfrm>
          <a:prstGeom prst="line">
            <a:avLst/>
          </a:prstGeom>
          <a:ln w="19050">
            <a:solidFill>
              <a:srgbClr val="B39A6A"/>
            </a:solidFill>
            <a:headEnd type="none"/>
            <a:tailEnd type="triangle"/>
          </a:ln>
        </p:spPr>
      </p:cxnSp>
      <p:cxnSp>
        <p:nvCxnSpPr>
          <p:cNvPr id="35" name="Conexión del flujo"/>
          <p:cNvCxnSpPr/>
          <p:nvPr/>
        </p:nvCxnSpPr>
        <p:spPr>
          <a:xfrm flipV="1">
            <a:off x="10306050" y="3219450"/>
            <a:ext cx="0" cy="981075"/>
          </a:xfrm>
          <a:prstGeom prst="line">
            <a:avLst/>
          </a:prstGeom>
          <a:ln w="19050">
            <a:solidFill>
              <a:srgbClr val="53BA91"/>
            </a:solidFill>
            <a:headEnd type="none"/>
            <a:tailEnd type="triangle"/>
          </a:ln>
        </p:spPr>
      </p:cxnSp>
      <p:sp>
        <p:nvSpPr>
          <p:cNvPr id="36" name="Una fuente de datos compartida por la interfaz, el agente y el evaluador"/>
          <p:cNvSpPr txBox="1"/>
          <p:nvPr/>
        </p:nvSpPr>
        <p:spPr>
          <a:xfrm>
            <a:off x="704850" y="5876925"/>
            <a:ext cx="10668000" cy="466725"/>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025" b="0">
                <a:solidFill>
                  <a:srgbClr val="B5B1A8"/>
                </a:solidFill>
                <a:latin typeface="Arial"/>
                <a:ea typeface="Arial"/>
                <a:cs typeface="Arial"/>
              </a:defRPr>
            </a:pPr>
            <a:r>
              <a:rPr lang="es-ES" sz="2025" b="0">
                <a:solidFill>
                  <a:srgbClr val="B5B1A8"/>
                </a:solidFill>
                <a:latin typeface="Arial"/>
                <a:ea typeface="Arial"/>
                <a:cs typeface="Arial"/>
              </a:rPr>
              <a:t xml:space="preserve">Una fuente de datos compartida por la interfaz, el agente y el evaluador</a:t>
            </a:r>
            <a:endParaRPr lang="es-ES" sz="2025"/>
          </a:p>
        </p:txBody>
      </p:sp>
      <p:sp>
        <p:nvSpPr>
          <p:cNvPr id="37" name="Número de diapositiva"/>
          <p:cNvSpPr txBox="1"/>
          <p:nvPr/>
        </p:nvSpPr>
        <p:spPr>
          <a:xfrm>
            <a:off x="11334750" y="6486525"/>
            <a:ext cx="285750" cy="238125"/>
          </a:xfrm>
          <a:prstGeom prst="rect">
            <a:avLst/>
          </a:prstGeom>
          <a:noFill/>
          <a:ln>
            <a:noFill/>
          </a:ln>
        </p:spPr>
        <p:txBody>
          <a:bodyPr wrap="square" lIns="0" tIns="0" rIns="0" bIns="0" anchor="t">
            <a:noAutofit/>
          </a:bodyPr>
          <a:lstStyle/>
          <a:p>
            <a:pPr algn="r">
              <a:lnSpc>
                <a:spcPct val="112000"/>
              </a:lnSpc>
              <a:spcBef>
                <a:spcPts val="0"/>
              </a:spcBef>
              <a:spcAft>
                <a:spcPts val="0"/>
              </a:spcAft>
              <a:defRPr lang="es-ES" sz="1275" b="0">
                <a:solidFill>
                  <a:srgbClr val="B39A6A"/>
                </a:solidFill>
                <a:latin typeface="Arial"/>
                <a:ea typeface="Arial"/>
                <a:cs typeface="Arial"/>
              </a:defRPr>
            </a:pPr>
            <a:r>
              <a:rPr lang="es-ES" sz="1275" b="0">
                <a:solidFill>
                  <a:srgbClr val="B39A6A"/>
                </a:solidFill>
                <a:latin typeface="Arial"/>
                <a:ea typeface="Arial"/>
                <a:cs typeface="Arial"/>
              </a:rPr>
              <a:t xml:space="preserve">7</a:t>
            </a:r>
            <a:endParaRPr lang="es-ES" sz="1275"/>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fill="hold"/>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fill="hold"/>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50" fill="hold"/>
                                        <p:tgtEl>
                                          <p:spTgt spid="5"/>
                                        </p:tgtEl>
                                      </p:cBhvr>
                                    </p:animEffect>
                                  </p:childTnLst>
                                </p:cTn>
                              </p:par>
                              <p:par>
                                <p:cTn id="14" presetID="10"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50" fill="hold"/>
                                        <p:tgtEl>
                                          <p:spTgt spid="6"/>
                                        </p:tgtEl>
                                      </p:cBhvr>
                                    </p:animEffect>
                                  </p:childTnLst>
                                </p:cTn>
                              </p:par>
                              <p:par>
                                <p:cTn id="17" presetID="10"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50" fill="hold"/>
                                        <p:tgtEl>
                                          <p:spTgt spid="7"/>
                                        </p:tgtEl>
                                      </p:cBhvr>
                                    </p:animEffect>
                                  </p:childTnLst>
                                </p:cTn>
                              </p:par>
                              <p:par>
                                <p:cTn id="20" presetID="10" presetClass="entr" presetSubtype="0" fill="hold"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fill="hold"/>
                                        <p:tgtEl>
                                          <p:spTgt spid="8"/>
                                        </p:tgtEl>
                                      </p:cBhvr>
                                    </p:animEffect>
                                  </p:childTnLst>
                                </p:cTn>
                              </p:par>
                              <p:par>
                                <p:cTn id="23" presetID="10"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fill="hold"/>
                                        <p:tgtEl>
                                          <p:spTgt spid="9"/>
                                        </p:tgtEl>
                                      </p:cBhvr>
                                    </p:animEffect>
                                  </p:childTnLst>
                                </p:cTn>
                              </p:par>
                              <p:par>
                                <p:cTn id="26" presetID="10" presetClass="entr" presetSubtype="0" fill="hold"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fill="hold"/>
                                        <p:tgtEl>
                                          <p:spTgt spid="10"/>
                                        </p:tgtEl>
                                      </p:cBhvr>
                                    </p:animEffect>
                                  </p:childTnLst>
                                </p:cTn>
                              </p:par>
                              <p:par>
                                <p:cTn id="29" presetID="10" presetClass="entr" presetSubtype="0" fill="hold"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fill="hold"/>
                                        <p:tgtEl>
                                          <p:spTgt spid="11"/>
                                        </p:tgtEl>
                                      </p:cBhvr>
                                    </p:animEffect>
                                  </p:childTnLst>
                                </p:cTn>
                              </p:par>
                              <p:par>
                                <p:cTn id="32" presetID="10" presetClass="entr" presetSubtype="0" fill="hold"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50" fill="hold"/>
                                        <p:tgtEl>
                                          <p:spTgt spid="12"/>
                                        </p:tgtEl>
                                      </p:cBhvr>
                                    </p:animEffect>
                                  </p:childTnLst>
                                </p:cTn>
                              </p:par>
                              <p:par>
                                <p:cTn id="35" presetID="10" presetClass="entr" presetSubtype="0" fill="hold"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50" fill="hold"/>
                                        <p:tgtEl>
                                          <p:spTgt spid="13"/>
                                        </p:tgtEl>
                                      </p:cBhvr>
                                    </p:animEffect>
                                  </p:childTnLst>
                                </p:cTn>
                              </p:par>
                              <p:par>
                                <p:cTn id="38" presetID="10" presetClass="entr" presetSubtype="0" fill="hold"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fill="hold"/>
                                        <p:tgtEl>
                                          <p:spTgt spid="14"/>
                                        </p:tgtEl>
                                      </p:cBhvr>
                                    </p:animEffect>
                                  </p:childTnLst>
                                </p:cTn>
                              </p:par>
                              <p:par>
                                <p:cTn id="41" presetID="10" presetClass="entr" presetSubtype="0" fill="hold"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fade">
                                      <p:cBhvr>
                                        <p:cTn id="43" dur="450" fill="hold"/>
                                        <p:tgtEl>
                                          <p:spTgt spid="27"/>
                                        </p:tgtEl>
                                      </p:cBhvr>
                                    </p:animEffect>
                                  </p:childTnLst>
                                </p:cTn>
                              </p:par>
                              <p:par>
                                <p:cTn id="44" presetID="10" presetClass="entr" presetSubtype="0" fill="hold" nodeType="with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fade">
                                      <p:cBhvr>
                                        <p:cTn id="46" dur="450" fill="hold"/>
                                        <p:tgtEl>
                                          <p:spTgt spid="28"/>
                                        </p:tgtEl>
                                      </p:cBhvr>
                                    </p:animEffect>
                                  </p:childTnLst>
                                </p:cTn>
                              </p:par>
                              <p:par>
                                <p:cTn id="47" presetID="10" presetClass="entr" presetSubtype="0" fill="hold" nodeType="withEffect">
                                  <p:stCondLst>
                                    <p:cond delay="0"/>
                                  </p:stCondLst>
                                  <p:childTnLst>
                                    <p:set>
                                      <p:cBhvr>
                                        <p:cTn id="48" dur="1" fill="hold">
                                          <p:stCondLst>
                                            <p:cond delay="0"/>
                                          </p:stCondLst>
                                        </p:cTn>
                                        <p:tgtEl>
                                          <p:spTgt spid="29"/>
                                        </p:tgtEl>
                                        <p:attrNameLst>
                                          <p:attrName>style.visibility</p:attrName>
                                        </p:attrNameLst>
                                      </p:cBhvr>
                                      <p:to>
                                        <p:strVal val="visible"/>
                                      </p:to>
                                    </p:set>
                                    <p:animEffect transition="in" filter="fade">
                                      <p:cBhvr>
                                        <p:cTn id="49" dur="450" fill="hold"/>
                                        <p:tgtEl>
                                          <p:spTgt spid="2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450" fill="hold"/>
                                        <p:tgtEl>
                                          <p:spTgt spid="15"/>
                                        </p:tgtEl>
                                      </p:cBhvr>
                                    </p:animEffect>
                                  </p:childTnLst>
                                </p:cTn>
                              </p:par>
                              <p:par>
                                <p:cTn id="55" presetID="10" presetClass="entr" presetSubtype="0" fill="hold" nodeType="with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fade">
                                      <p:cBhvr>
                                        <p:cTn id="57" dur="450" fill="hold"/>
                                        <p:tgtEl>
                                          <p:spTgt spid="16"/>
                                        </p:tgtEl>
                                      </p:cBhvr>
                                    </p:animEffect>
                                  </p:childTnLst>
                                </p:cTn>
                              </p:par>
                              <p:par>
                                <p:cTn id="58" presetID="10" presetClass="entr" presetSubtype="0" fill="hold" nodeType="with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450" fill="hold"/>
                                        <p:tgtEl>
                                          <p:spTgt spid="17"/>
                                        </p:tgtEl>
                                      </p:cBhvr>
                                    </p:animEffect>
                                  </p:childTnLst>
                                </p:cTn>
                              </p:par>
                              <p:par>
                                <p:cTn id="61" presetID="10" presetClass="entr" presetSubtype="0" fill="hold" nodeType="with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450" fill="hold"/>
                                        <p:tgtEl>
                                          <p:spTgt spid="18"/>
                                        </p:tgtEl>
                                      </p:cBhvr>
                                    </p:animEffect>
                                  </p:childTnLst>
                                </p:cTn>
                              </p:par>
                              <p:par>
                                <p:cTn id="64" presetID="10" presetClass="entr" presetSubtype="0" fill="hold" nodeType="withEffect">
                                  <p:stCondLst>
                                    <p:cond delay="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450" fill="hold"/>
                                        <p:tgtEl>
                                          <p:spTgt spid="19"/>
                                        </p:tgtEl>
                                      </p:cBhvr>
                                    </p:animEffect>
                                  </p:childTnLst>
                                </p:cTn>
                              </p:par>
                              <p:par>
                                <p:cTn id="67" presetID="10" presetClass="entr" presetSubtype="0" fill="hold" nodeType="withEffect">
                                  <p:stCondLst>
                                    <p:cond delay="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450" fill="hold"/>
                                        <p:tgtEl>
                                          <p:spTgt spid="20"/>
                                        </p:tgtEl>
                                      </p:cBhvr>
                                    </p:animEffect>
                                  </p:childTnLst>
                                </p:cTn>
                              </p:par>
                              <p:par>
                                <p:cTn id="70" presetID="10" presetClass="entr" presetSubtype="0" fill="hold" nodeType="with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450" fill="hold"/>
                                        <p:tgtEl>
                                          <p:spTgt spid="21"/>
                                        </p:tgtEl>
                                      </p:cBhvr>
                                    </p:animEffect>
                                  </p:childTnLst>
                                </p:cTn>
                              </p:par>
                              <p:par>
                                <p:cTn id="73" presetID="10" presetClass="entr" presetSubtype="0" fill="hold"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50" fill="hold"/>
                                        <p:tgtEl>
                                          <p:spTgt spid="22"/>
                                        </p:tgtEl>
                                      </p:cBhvr>
                                    </p:animEffect>
                                  </p:childTnLst>
                                </p:cTn>
                              </p:par>
                              <p:par>
                                <p:cTn id="76" presetID="10" presetClass="entr" presetSubtype="0" fill="hold" nodeType="withEffect">
                                  <p:stCondLst>
                                    <p:cond delay="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450" fill="hold"/>
                                        <p:tgtEl>
                                          <p:spTgt spid="23"/>
                                        </p:tgtEl>
                                      </p:cBhvr>
                                    </p:animEffect>
                                  </p:childTnLst>
                                </p:cTn>
                              </p:par>
                              <p:par>
                                <p:cTn id="79" presetID="10" presetClass="entr" presetSubtype="0" fill="hold" nodeType="withEffect">
                                  <p:stCondLst>
                                    <p:cond delay="0"/>
                                  </p:stCondLst>
                                  <p:childTnLst>
                                    <p:set>
                                      <p:cBhvr>
                                        <p:cTn id="80" dur="1" fill="hold">
                                          <p:stCondLst>
                                            <p:cond delay="0"/>
                                          </p:stCondLst>
                                        </p:cTn>
                                        <p:tgtEl>
                                          <p:spTgt spid="24"/>
                                        </p:tgtEl>
                                        <p:attrNameLst>
                                          <p:attrName>style.visibility</p:attrName>
                                        </p:attrNameLst>
                                      </p:cBhvr>
                                      <p:to>
                                        <p:strVal val="visible"/>
                                      </p:to>
                                    </p:set>
                                    <p:animEffect transition="in" filter="fade">
                                      <p:cBhvr>
                                        <p:cTn id="81" dur="450" fill="hold"/>
                                        <p:tgtEl>
                                          <p:spTgt spid="24"/>
                                        </p:tgtEl>
                                      </p:cBhvr>
                                    </p:animEffect>
                                  </p:childTnLst>
                                </p:cTn>
                              </p:par>
                              <p:par>
                                <p:cTn id="82" presetID="10" presetClass="entr" presetSubtype="0" fill="hold" nodeType="withEffect">
                                  <p:stCondLst>
                                    <p:cond delay="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450" fill="hold"/>
                                        <p:tgtEl>
                                          <p:spTgt spid="25"/>
                                        </p:tgtEl>
                                      </p:cBhvr>
                                    </p:animEffect>
                                  </p:childTnLst>
                                </p:cTn>
                              </p:par>
                              <p:par>
                                <p:cTn id="85" presetID="10" presetClass="entr" presetSubtype="0" fill="hold" nodeType="withEffect">
                                  <p:stCondLst>
                                    <p:cond delay="0"/>
                                  </p:stCondLst>
                                  <p:childTnLst>
                                    <p:set>
                                      <p:cBhvr>
                                        <p:cTn id="86" dur="1" fill="hold">
                                          <p:stCondLst>
                                            <p:cond delay="0"/>
                                          </p:stCondLst>
                                        </p:cTn>
                                        <p:tgtEl>
                                          <p:spTgt spid="26"/>
                                        </p:tgtEl>
                                        <p:attrNameLst>
                                          <p:attrName>style.visibility</p:attrName>
                                        </p:attrNameLst>
                                      </p:cBhvr>
                                      <p:to>
                                        <p:strVal val="visible"/>
                                      </p:to>
                                    </p:set>
                                    <p:animEffect transition="in" filter="fade">
                                      <p:cBhvr>
                                        <p:cTn id="87" dur="450" fill="hold"/>
                                        <p:tgtEl>
                                          <p:spTgt spid="26"/>
                                        </p:tgtEl>
                                      </p:cBhvr>
                                    </p:animEffect>
                                  </p:childTnLst>
                                </p:cTn>
                              </p:par>
                              <p:par>
                                <p:cTn id="88" presetID="10" presetClass="entr" presetSubtype="0" fill="hold" nodeType="withEffect">
                                  <p:stCondLst>
                                    <p:cond delay="0"/>
                                  </p:stCondLst>
                                  <p:childTnLst>
                                    <p:set>
                                      <p:cBhvr>
                                        <p:cTn id="89" dur="1" fill="hold">
                                          <p:stCondLst>
                                            <p:cond delay="0"/>
                                          </p:stCondLst>
                                        </p:cTn>
                                        <p:tgtEl>
                                          <p:spTgt spid="30"/>
                                        </p:tgtEl>
                                        <p:attrNameLst>
                                          <p:attrName>style.visibility</p:attrName>
                                        </p:attrNameLst>
                                      </p:cBhvr>
                                      <p:to>
                                        <p:strVal val="visible"/>
                                      </p:to>
                                    </p:set>
                                    <p:animEffect transition="in" filter="fade">
                                      <p:cBhvr>
                                        <p:cTn id="90" dur="450" fill="hold"/>
                                        <p:tgtEl>
                                          <p:spTgt spid="30"/>
                                        </p:tgtEl>
                                      </p:cBhvr>
                                    </p:animEffect>
                                  </p:childTnLst>
                                </p:cTn>
                              </p:par>
                              <p:par>
                                <p:cTn id="91" presetID="10" presetClass="entr" presetSubtype="0" fill="hold" nodeType="withEffect">
                                  <p:stCondLst>
                                    <p:cond delay="0"/>
                                  </p:stCondLst>
                                  <p:childTnLst>
                                    <p:set>
                                      <p:cBhvr>
                                        <p:cTn id="92" dur="1" fill="hold">
                                          <p:stCondLst>
                                            <p:cond delay="0"/>
                                          </p:stCondLst>
                                        </p:cTn>
                                        <p:tgtEl>
                                          <p:spTgt spid="31"/>
                                        </p:tgtEl>
                                        <p:attrNameLst>
                                          <p:attrName>style.visibility</p:attrName>
                                        </p:attrNameLst>
                                      </p:cBhvr>
                                      <p:to>
                                        <p:strVal val="visible"/>
                                      </p:to>
                                    </p:set>
                                    <p:animEffect transition="in" filter="fade">
                                      <p:cBhvr>
                                        <p:cTn id="93" dur="450" fill="hold"/>
                                        <p:tgtEl>
                                          <p:spTgt spid="31"/>
                                        </p:tgtEl>
                                      </p:cBhvr>
                                    </p:animEffect>
                                  </p:childTnLst>
                                </p:cTn>
                              </p:par>
                              <p:par>
                                <p:cTn id="94" presetID="10" presetClass="entr" presetSubtype="0" fill="hold" nodeType="withEffect">
                                  <p:stCondLst>
                                    <p:cond delay="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450" fill="hold"/>
                                        <p:tgtEl>
                                          <p:spTgt spid="32"/>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33"/>
                                        </p:tgtEl>
                                        <p:attrNameLst>
                                          <p:attrName>style.visibility</p:attrName>
                                        </p:attrNameLst>
                                      </p:cBhvr>
                                      <p:to>
                                        <p:strVal val="visible"/>
                                      </p:to>
                                    </p:set>
                                    <p:animEffect transition="in" filter="fade">
                                      <p:cBhvr>
                                        <p:cTn id="101" dur="450" fill="hold"/>
                                        <p:tgtEl>
                                          <p:spTgt spid="33"/>
                                        </p:tgtEl>
                                      </p:cBhvr>
                                    </p:animEffect>
                                  </p:childTnLst>
                                </p:cTn>
                              </p:par>
                              <p:par>
                                <p:cTn id="102" presetID="10" presetClass="entr" presetSubtype="0" fill="hold" nodeType="withEffect">
                                  <p:stCondLst>
                                    <p:cond delay="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4" dur="450" fill="hold"/>
                                        <p:tgtEl>
                                          <p:spTgt spid="34"/>
                                        </p:tgtEl>
                                      </p:cBhvr>
                                    </p:animEffect>
                                  </p:childTnLst>
                                </p:cTn>
                              </p:par>
                              <p:par>
                                <p:cTn id="105" presetID="10" presetClass="entr" presetSubtype="0" fill="hold" nodeType="withEffect">
                                  <p:stCondLst>
                                    <p:cond delay="0"/>
                                  </p:stCondLst>
                                  <p:childTnLst>
                                    <p:set>
                                      <p:cBhvr>
                                        <p:cTn id="106" dur="1" fill="hold">
                                          <p:stCondLst>
                                            <p:cond delay="0"/>
                                          </p:stCondLst>
                                        </p:cTn>
                                        <p:tgtEl>
                                          <p:spTgt spid="35"/>
                                        </p:tgtEl>
                                        <p:attrNameLst>
                                          <p:attrName>style.visibility</p:attrName>
                                        </p:attrNameLst>
                                      </p:cBhvr>
                                      <p:to>
                                        <p:strVal val="visible"/>
                                      </p:to>
                                    </p:set>
                                    <p:animEffect transition="in" filter="fade">
                                      <p:cBhvr>
                                        <p:cTn id="107" dur="450" fill="hold"/>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showMasterSp="0">
  <p:cSld name="Evidencia y calidad">
    <p:bg>
      <p:bgPr>
        <a:solidFill>
          <a:srgbClr val="181713"/>
        </a:solidFill>
        <a:effectLst/>
      </p:bgPr>
    </p:bg>
    <p:spTree>
      <p:nvGrpSpPr>
        <p:cNvPr id="1" name=""/>
        <p:cNvGrpSpPr/>
        <p:nvPr/>
      </p:nvGrpSpPr>
      <p:grpSpPr>
        <a:xfrm>
          <a:off x="0" y="0"/>
          <a:ext cx="0" cy="0"/>
          <a:chOff x="0" y="0"/>
          <a:chExt cx="0" cy="0"/>
        </a:xfrm>
      </p:grpSpPr>
      <p:sp>
        <p:nvSpPr>
          <p:cNvPr id="2" name="Condición y calidad del evento"/>
          <p:cNvSpPr txBox="1"/>
          <p:nvPr/>
        </p:nvSpPr>
        <p:spPr>
          <a:xfrm>
            <a:off x="685800" y="609600"/>
            <a:ext cx="10820400" cy="9525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4200" b="1">
                <a:solidFill>
                  <a:srgbClr val="E8E5DC"/>
                </a:solidFill>
                <a:latin typeface="Arial"/>
                <a:ea typeface="Arial"/>
                <a:cs typeface="Arial"/>
              </a:defRPr>
            </a:pPr>
            <a:r>
              <a:rPr lang="es-ES" sz="4200" b="1">
                <a:solidFill>
                  <a:srgbClr val="E8E5DC"/>
                </a:solidFill>
                <a:latin typeface="Arial"/>
                <a:ea typeface="Arial"/>
                <a:cs typeface="Arial"/>
              </a:rPr>
              <a:t xml:space="preserve">Condición y calidad del evento</a:t>
            </a:r>
            <a:endParaRPr lang="es-ES" sz="4200"/>
          </a:p>
        </p:txBody>
      </p:sp>
      <p:sp>
        <p:nvSpPr>
          <p:cNvPr id="3" name="El evento conserva por separado la condición y la calidad de los datos."/>
          <p:cNvSpPr txBox="1"/>
          <p:nvPr/>
        </p:nvSpPr>
        <p:spPr>
          <a:xfrm>
            <a:off x="704850" y="1543050"/>
            <a:ext cx="10572750" cy="619125"/>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025" b="0">
                <a:solidFill>
                  <a:srgbClr val="B5B1A8"/>
                </a:solidFill>
                <a:latin typeface="Arial"/>
                <a:ea typeface="Arial"/>
                <a:cs typeface="Arial"/>
              </a:defRPr>
            </a:pPr>
            <a:r>
              <a:rPr lang="es-ES" sz="2025" b="0">
                <a:solidFill>
                  <a:srgbClr val="B5B1A8"/>
                </a:solidFill>
                <a:latin typeface="Arial"/>
                <a:ea typeface="Arial"/>
                <a:cs typeface="Arial"/>
              </a:rPr>
              <a:t xml:space="preserve">El evento conserva por separado la condición y la calidad de los datos.</a:t>
            </a:r>
            <a:endParaRPr lang="es-ES" sz="2025"/>
          </a:p>
        </p:txBody>
      </p:sp>
      <p:sp>
        <p:nvSpPr>
          <p:cNvPr id="4" name="Ejemplo ilustrativo"/>
          <p:cNvSpPr txBox="1"/>
          <p:nvPr/>
        </p:nvSpPr>
        <p:spPr>
          <a:xfrm>
            <a:off x="704850" y="2447925"/>
            <a:ext cx="5715000" cy="4000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1725" b="0">
                <a:solidFill>
                  <a:srgbClr val="B39A6A"/>
                </a:solidFill>
                <a:latin typeface="Arial"/>
                <a:ea typeface="Arial"/>
                <a:cs typeface="Arial"/>
              </a:defRPr>
            </a:pPr>
            <a:r>
              <a:rPr lang="es-ES" sz="1725" b="0">
                <a:solidFill>
                  <a:srgbClr val="B39A6A"/>
                </a:solidFill>
                <a:latin typeface="Arial"/>
                <a:ea typeface="Arial"/>
                <a:cs typeface="Arial"/>
              </a:rPr>
              <a:t xml:space="preserve">Ejemplo ilustrativo</a:t>
            </a:r>
            <a:endParaRPr lang="es-ES" sz="1725"/>
          </a:p>
        </p:txBody>
      </p:sp>
      <p:graphicFrame>
        <p:nvGraphicFramePr>
          <p:cNvPr id="5" name="Evidencia editable"/>
          <p:cNvGraphicFramePr/>
          <p:nvPr/>
        </p:nvGraphicFramePr>
        <p:xfrm>
          <a:off x="704850" y="3086100"/>
          <a:ext cx="10782300" cy="2219325"/>
        </p:xfrm>
        <a:graphic>
          <a:graphicData uri="http://schemas.openxmlformats.org/drawingml/2006/table">
            <a:tbl>
              <a:tblPr firstRow="1" bandRow="0"/>
              <a:tblGrid>
                <a:gridCol w="2647950"/>
                <a:gridCol w="2819400"/>
                <a:gridCol w="2733675"/>
                <a:gridCol w="2581275"/>
              </a:tblGrid>
              <a:tr h="581025">
                <a:tc>
                  <a:txBody>
                    <a:bodyPr lIns="152400" rIns="95250" tIns="114300" bIns="95250" anchor="ctr"/>
                    <a:lstStyle/>
                    <a:p>
                      <a:pPr/>
                      <a:r>
                        <a:rPr lang="es-ES" sz="1800" b="1">
                          <a:solidFill>
                            <a:srgbClr val="B39A6A"/>
                          </a:solidFill>
                          <a:latin typeface="Arial"/>
                        </a:rPr>
                        <a:t>Señal</a:t>
                      </a:r>
                    </a:p>
                  </a:txBody>
                  <a:tcPr>
                    <a:lnL>
                      <a:noFill/>
                    </a:lnL>
                    <a:lnR>
                      <a:noFill/>
                    </a:lnR>
                    <a:lnT>
                      <a:noFill/>
                    </a:lnT>
                    <a:lnB w="9525">
                      <a:solidFill>
                        <a:srgbClr val="34312B"/>
                      </a:solidFill>
                    </a:lnB>
                    <a:solidFill>
                      <a:srgbClr val="25231E"/>
                    </a:solidFill>
                  </a:tcPr>
                </a:tc>
                <a:tc>
                  <a:txBody>
                    <a:bodyPr lIns="152400" rIns="95250" tIns="114300" bIns="95250" anchor="ctr"/>
                    <a:lstStyle/>
                    <a:p>
                      <a:pPr/>
                      <a:r>
                        <a:rPr lang="es-ES" sz="1800" b="1">
                          <a:solidFill>
                            <a:srgbClr val="B39A6A"/>
                          </a:solidFill>
                          <a:latin typeface="Arial"/>
                        </a:rPr>
                        <a:t>Valor observado</a:t>
                      </a:r>
                    </a:p>
                  </a:txBody>
                  <a:tcPr>
                    <a:lnL>
                      <a:noFill/>
                    </a:lnL>
                    <a:lnR>
                      <a:noFill/>
                    </a:lnR>
                    <a:lnT>
                      <a:noFill/>
                    </a:lnT>
                    <a:lnB w="9525">
                      <a:solidFill>
                        <a:srgbClr val="34312B"/>
                      </a:solidFill>
                    </a:lnB>
                    <a:solidFill>
                      <a:srgbClr val="25231E"/>
                    </a:solidFill>
                  </a:tcPr>
                </a:tc>
                <a:tc>
                  <a:txBody>
                    <a:bodyPr lIns="152400" rIns="95250" tIns="114300" bIns="95250" anchor="ctr"/>
                    <a:lstStyle/>
                    <a:p>
                      <a:pPr/>
                      <a:r>
                        <a:rPr lang="es-ES" sz="1800" b="1">
                          <a:solidFill>
                            <a:srgbClr val="B39A6A"/>
                          </a:solidFill>
                          <a:latin typeface="Arial"/>
                        </a:rPr>
                        <a:t>Regla</a:t>
                      </a:r>
                    </a:p>
                  </a:txBody>
                  <a:tcPr>
                    <a:lnL>
                      <a:noFill/>
                    </a:lnL>
                    <a:lnR>
                      <a:noFill/>
                    </a:lnR>
                    <a:lnT>
                      <a:noFill/>
                    </a:lnT>
                    <a:lnB w="9525">
                      <a:solidFill>
                        <a:srgbClr val="34312B"/>
                      </a:solidFill>
                    </a:lnB>
                    <a:solidFill>
                      <a:srgbClr val="25231E"/>
                    </a:solidFill>
                  </a:tcPr>
                </a:tc>
                <a:tc>
                  <a:txBody>
                    <a:bodyPr lIns="152400" rIns="95250" tIns="114300" bIns="95250" anchor="ctr"/>
                    <a:lstStyle/>
                    <a:p>
                      <a:pPr/>
                      <a:r>
                        <a:rPr lang="es-ES" sz="1800" b="1">
                          <a:solidFill>
                            <a:srgbClr val="B39A6A"/>
                          </a:solidFill>
                          <a:latin typeface="Arial"/>
                        </a:rPr>
                        <a:t>Resultado</a:t>
                      </a:r>
                    </a:p>
                  </a:txBody>
                  <a:tcPr>
                    <a:lnL>
                      <a:noFill/>
                    </a:lnL>
                    <a:lnR>
                      <a:noFill/>
                    </a:lnR>
                    <a:lnT>
                      <a:noFill/>
                    </a:lnT>
                    <a:lnB w="9525">
                      <a:solidFill>
                        <a:srgbClr val="34312B"/>
                      </a:solidFill>
                    </a:lnB>
                    <a:solidFill>
                      <a:srgbClr val="25231E"/>
                    </a:solidFill>
                  </a:tcPr>
                </a:tc>
              </a:tr>
              <a:tr h="819150">
                <a:tc>
                  <a:txBody>
                    <a:bodyPr lIns="152400" rIns="95250" tIns="114300" bIns="95250" anchor="ctr"/>
                    <a:lstStyle/>
                    <a:p>
                      <a:pPr/>
                      <a:r>
                        <a:rPr lang="es-ES" sz="1950" b="0">
                          <a:solidFill>
                            <a:srgbClr val="E8E5DC"/>
                          </a:solidFill>
                          <a:latin typeface="Arial"/>
                        </a:rPr>
                        <a:t>Interés abierto</a:t>
                      </a:r>
                    </a:p>
                  </a:txBody>
                  <a:tcPr>
                    <a:lnL>
                      <a:noFill/>
                    </a:lnL>
                    <a:lnR>
                      <a:noFill/>
                    </a:lnR>
                    <a:lnT>
                      <a:noFill/>
                    </a:lnT>
                    <a:lnB w="9525">
                      <a:solidFill>
                        <a:srgbClr val="34312B"/>
                      </a:solidFill>
                    </a:lnB>
                    <a:solidFill>
                      <a:srgbClr val="181713"/>
                    </a:solidFill>
                  </a:tcPr>
                </a:tc>
                <a:tc>
                  <a:txBody>
                    <a:bodyPr lIns="152400" rIns="95250" tIns="114300" bIns="95250" anchor="ctr"/>
                    <a:lstStyle/>
                    <a:p>
                      <a:pPr/>
                      <a:r>
                        <a:rPr lang="es-ES" sz="1950" b="0">
                          <a:solidFill>
                            <a:srgbClr val="E8E5DC"/>
                          </a:solidFill>
                          <a:latin typeface="Arial"/>
                        </a:rPr>
                        <a:t>+6 % en 15 min</a:t>
                      </a:r>
                    </a:p>
                  </a:txBody>
                  <a:tcPr>
                    <a:lnL>
                      <a:noFill/>
                    </a:lnL>
                    <a:lnR>
                      <a:noFill/>
                    </a:lnR>
                    <a:lnT>
                      <a:noFill/>
                    </a:lnT>
                    <a:lnB w="9525">
                      <a:solidFill>
                        <a:srgbClr val="34312B"/>
                      </a:solidFill>
                    </a:lnB>
                    <a:solidFill>
                      <a:srgbClr val="181713"/>
                    </a:solidFill>
                  </a:tcPr>
                </a:tc>
                <a:tc>
                  <a:txBody>
                    <a:bodyPr lIns="152400" rIns="95250" tIns="114300" bIns="95250" anchor="ctr"/>
                    <a:lstStyle/>
                    <a:p>
                      <a:pPr/>
                      <a:r>
                        <a:rPr lang="es-ES" sz="1950" b="0">
                          <a:solidFill>
                            <a:srgbClr val="E8E5DC"/>
                          </a:solidFill>
                          <a:latin typeface="Arial"/>
                        </a:rPr>
                        <a:t>Al menos +5 %</a:t>
                      </a:r>
                    </a:p>
                  </a:txBody>
                  <a:tcPr>
                    <a:lnL>
                      <a:noFill/>
                    </a:lnL>
                    <a:lnR>
                      <a:noFill/>
                    </a:lnR>
                    <a:lnT>
                      <a:noFill/>
                    </a:lnT>
                    <a:lnB w="9525">
                      <a:solidFill>
                        <a:srgbClr val="34312B"/>
                      </a:solidFill>
                    </a:lnB>
                    <a:solidFill>
                      <a:srgbClr val="181713"/>
                    </a:solidFill>
                  </a:tcPr>
                </a:tc>
                <a:tc>
                  <a:txBody>
                    <a:bodyPr lIns="152400" rIns="95250" tIns="114300" bIns="95250" anchor="ctr"/>
                    <a:lstStyle/>
                    <a:p>
                      <a:pPr/>
                      <a:r>
                        <a:rPr lang="es-ES" sz="1950" b="0">
                          <a:solidFill>
                            <a:srgbClr val="53BA91"/>
                          </a:solidFill>
                          <a:latin typeface="Arial"/>
                        </a:rPr>
                        <a:t>Cumple</a:t>
                      </a:r>
                    </a:p>
                  </a:txBody>
                  <a:tcPr>
                    <a:lnL>
                      <a:noFill/>
                    </a:lnL>
                    <a:lnR>
                      <a:noFill/>
                    </a:lnR>
                    <a:lnT>
                      <a:noFill/>
                    </a:lnT>
                    <a:lnB w="9525">
                      <a:solidFill>
                        <a:srgbClr val="34312B"/>
                      </a:solidFill>
                    </a:lnB>
                    <a:solidFill>
                      <a:srgbClr val="181713"/>
                    </a:solidFill>
                  </a:tcPr>
                </a:tc>
              </a:tr>
              <a:tr h="819150">
                <a:tc>
                  <a:txBody>
                    <a:bodyPr lIns="152400" rIns="95250" tIns="114300" bIns="95250" anchor="ctr"/>
                    <a:lstStyle/>
                    <a:p>
                      <a:pPr/>
                      <a:r>
                        <a:rPr lang="es-ES" sz="1950" b="0">
                          <a:solidFill>
                            <a:srgbClr val="E8E5DC"/>
                          </a:solidFill>
                          <a:latin typeface="Arial"/>
                        </a:rPr>
                        <a:t>Spread</a:t>
                      </a:r>
                    </a:p>
                  </a:txBody>
                  <a:tcPr>
                    <a:lnL>
                      <a:noFill/>
                    </a:lnL>
                    <a:lnR>
                      <a:noFill/>
                    </a:lnR>
                    <a:lnT>
                      <a:noFill/>
                    </a:lnT>
                    <a:lnB w="9525">
                      <a:solidFill>
                        <a:srgbClr val="34312B"/>
                      </a:solidFill>
                    </a:lnB>
                    <a:solidFill>
                      <a:srgbClr val="181713"/>
                    </a:solidFill>
                  </a:tcPr>
                </a:tc>
                <a:tc>
                  <a:txBody>
                    <a:bodyPr lIns="152400" rIns="95250" tIns="114300" bIns="95250" anchor="ctr"/>
                    <a:lstStyle/>
                    <a:p>
                      <a:pPr/>
                      <a:r>
                        <a:rPr lang="es-ES" sz="1950" b="0">
                          <a:solidFill>
                            <a:srgbClr val="E8E5DC"/>
                          </a:solidFill>
                          <a:latin typeface="Arial"/>
                        </a:rPr>
                        <a:t>12 puntos básicos</a:t>
                      </a:r>
                    </a:p>
                  </a:txBody>
                  <a:tcPr>
                    <a:lnL>
                      <a:noFill/>
                    </a:lnL>
                    <a:lnR>
                      <a:noFill/>
                    </a:lnR>
                    <a:lnT>
                      <a:noFill/>
                    </a:lnT>
                    <a:lnB w="9525">
                      <a:solidFill>
                        <a:srgbClr val="34312B"/>
                      </a:solidFill>
                    </a:lnB>
                    <a:solidFill>
                      <a:srgbClr val="181713"/>
                    </a:solidFill>
                  </a:tcPr>
                </a:tc>
                <a:tc>
                  <a:txBody>
                    <a:bodyPr lIns="152400" rIns="95250" tIns="114300" bIns="95250" anchor="ctr"/>
                    <a:lstStyle/>
                    <a:p>
                      <a:pPr/>
                      <a:r>
                        <a:rPr lang="es-ES" sz="1950" b="0">
                          <a:solidFill>
                            <a:srgbClr val="E8E5DC"/>
                          </a:solidFill>
                          <a:latin typeface="Arial"/>
                        </a:rPr>
                        <a:t>Máximo 10 pb</a:t>
                      </a:r>
                    </a:p>
                  </a:txBody>
                  <a:tcPr>
                    <a:lnL>
                      <a:noFill/>
                    </a:lnL>
                    <a:lnR>
                      <a:noFill/>
                    </a:lnR>
                    <a:lnT>
                      <a:noFill/>
                    </a:lnT>
                    <a:lnB w="9525">
                      <a:solidFill>
                        <a:srgbClr val="34312B"/>
                      </a:solidFill>
                    </a:lnB>
                    <a:solidFill>
                      <a:srgbClr val="181713"/>
                    </a:solidFill>
                  </a:tcPr>
                </a:tc>
                <a:tc>
                  <a:txBody>
                    <a:bodyPr lIns="152400" rIns="95250" tIns="114300" bIns="95250" anchor="ctr"/>
                    <a:lstStyle/>
                    <a:p>
                      <a:pPr/>
                      <a:r>
                        <a:rPr lang="es-ES" sz="1950" b="0">
                          <a:solidFill>
                            <a:srgbClr val="EF718A"/>
                          </a:solidFill>
                          <a:latin typeface="Arial"/>
                        </a:rPr>
                        <a:t>Bloquea</a:t>
                      </a:r>
                    </a:p>
                  </a:txBody>
                  <a:tcPr>
                    <a:lnL>
                      <a:noFill/>
                    </a:lnL>
                    <a:lnR>
                      <a:noFill/>
                    </a:lnR>
                    <a:lnT>
                      <a:noFill/>
                    </a:lnT>
                    <a:lnB w="9525">
                      <a:solidFill>
                        <a:srgbClr val="34312B"/>
                      </a:solidFill>
                    </a:lnB>
                    <a:solidFill>
                      <a:srgbClr val="181713"/>
                    </a:solidFill>
                  </a:tcPr>
                </a:tc>
              </a:tr>
            </a:tbl>
          </a:graphicData>
        </a:graphic>
      </p:graphicFrame>
      <p:sp>
        <p:nvSpPr>
          <p:cNvPr id="6" name="Condición: verdadera"/>
          <p:cNvSpPr txBox="1"/>
          <p:nvPr/>
        </p:nvSpPr>
        <p:spPr>
          <a:xfrm>
            <a:off x="704850" y="5753100"/>
            <a:ext cx="5048250" cy="523875"/>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475" b="1">
                <a:solidFill>
                  <a:srgbClr val="53BA91"/>
                </a:solidFill>
                <a:latin typeface="Arial"/>
                <a:ea typeface="Arial"/>
                <a:cs typeface="Arial"/>
              </a:defRPr>
            </a:pPr>
            <a:r>
              <a:rPr lang="es-ES" sz="2475" b="1">
                <a:solidFill>
                  <a:srgbClr val="53BA91"/>
                </a:solidFill>
                <a:latin typeface="Arial"/>
                <a:ea typeface="Arial"/>
                <a:cs typeface="Arial"/>
              </a:rPr>
              <a:t xml:space="preserve">Condición: verdadera</a:t>
            </a:r>
            <a:endParaRPr lang="es-ES" sz="2475"/>
          </a:p>
        </p:txBody>
      </p:sp>
      <p:sp>
        <p:nvSpPr>
          <p:cNvPr id="7" name="Calidad: bloqueada"/>
          <p:cNvSpPr txBox="1"/>
          <p:nvPr/>
        </p:nvSpPr>
        <p:spPr>
          <a:xfrm>
            <a:off x="6619875" y="5753100"/>
            <a:ext cx="4857750" cy="523875"/>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475" b="1">
                <a:solidFill>
                  <a:srgbClr val="EF718A"/>
                </a:solidFill>
                <a:latin typeface="Arial"/>
                <a:ea typeface="Arial"/>
                <a:cs typeface="Arial"/>
              </a:defRPr>
            </a:pPr>
            <a:r>
              <a:rPr lang="es-ES" sz="2475" b="1">
                <a:solidFill>
                  <a:srgbClr val="EF718A"/>
                </a:solidFill>
                <a:latin typeface="Arial"/>
                <a:ea typeface="Arial"/>
                <a:cs typeface="Arial"/>
              </a:rPr>
              <a:t xml:space="preserve">Calidad: bloqueada</a:t>
            </a:r>
            <a:endParaRPr lang="es-ES" sz="2475"/>
          </a:p>
        </p:txBody>
      </p:sp>
      <p:sp>
        <p:nvSpPr>
          <p:cNvPr id="8" name="Número de diapositiva"/>
          <p:cNvSpPr txBox="1"/>
          <p:nvPr/>
        </p:nvSpPr>
        <p:spPr>
          <a:xfrm>
            <a:off x="11334750" y="6486525"/>
            <a:ext cx="285750" cy="238125"/>
          </a:xfrm>
          <a:prstGeom prst="rect">
            <a:avLst/>
          </a:prstGeom>
          <a:noFill/>
          <a:ln>
            <a:noFill/>
          </a:ln>
        </p:spPr>
        <p:txBody>
          <a:bodyPr wrap="square" lIns="0" tIns="0" rIns="0" bIns="0" anchor="t">
            <a:noAutofit/>
          </a:bodyPr>
          <a:lstStyle/>
          <a:p>
            <a:pPr algn="r">
              <a:lnSpc>
                <a:spcPct val="112000"/>
              </a:lnSpc>
              <a:spcBef>
                <a:spcPts val="0"/>
              </a:spcBef>
              <a:spcAft>
                <a:spcPts val="0"/>
              </a:spcAft>
              <a:defRPr lang="es-ES" sz="1275" b="0">
                <a:solidFill>
                  <a:srgbClr val="B39A6A"/>
                </a:solidFill>
                <a:latin typeface="Arial"/>
                <a:ea typeface="Arial"/>
                <a:cs typeface="Arial"/>
              </a:defRPr>
            </a:pPr>
            <a:r>
              <a:rPr lang="es-ES" sz="1275" b="0">
                <a:solidFill>
                  <a:srgbClr val="B39A6A"/>
                </a:solidFill>
                <a:latin typeface="Arial"/>
                <a:ea typeface="Arial"/>
                <a:cs typeface="Arial"/>
              </a:rPr>
              <a:t xml:space="preserve">8</a:t>
            </a:r>
            <a:endParaRPr lang="es-ES" sz="1275"/>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50" fill="hold"/>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fill="hold"/>
                                        <p:tgtEl>
                                          <p:spTgt spid="6"/>
                                        </p:tgtEl>
                                      </p:cBhvr>
                                    </p:animEffect>
                                  </p:childTnLst>
                                </p:cTn>
                              </p:par>
                              <p:par>
                                <p:cTn id="13" presetID="10"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fill="hold"/>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showMasterSp="0">
  <p:cSld name="Viabilidad técnica y económica">
    <p:bg>
      <p:bgPr>
        <a:solidFill>
          <a:srgbClr val="181713"/>
        </a:solidFill>
        <a:effectLst/>
      </p:bgPr>
    </p:bg>
    <p:spTree>
      <p:nvGrpSpPr>
        <p:cNvPr id="1" name=""/>
        <p:cNvGrpSpPr/>
        <p:nvPr/>
      </p:nvGrpSpPr>
      <p:grpSpPr>
        <a:xfrm>
          <a:off x="0" y="0"/>
          <a:ext cx="0" cy="0"/>
          <a:chOff x="0" y="0"/>
          <a:chExt cx="0" cy="0"/>
        </a:xfrm>
      </p:grpSpPr>
      <p:sp>
        <p:nvSpPr>
          <p:cNvPr id="2" name="Costes acotados por el uso"/>
          <p:cNvSpPr txBox="1"/>
          <p:nvPr/>
        </p:nvSpPr>
        <p:spPr>
          <a:xfrm>
            <a:off x="685800" y="609600"/>
            <a:ext cx="10820400" cy="9525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4200" b="1">
                <a:solidFill>
                  <a:srgbClr val="E8E5DC"/>
                </a:solidFill>
                <a:latin typeface="Arial"/>
                <a:ea typeface="Arial"/>
                <a:cs typeface="Arial"/>
              </a:defRPr>
            </a:pPr>
            <a:r>
              <a:rPr lang="es-ES" sz="4200" b="1">
                <a:solidFill>
                  <a:srgbClr val="E8E5DC"/>
                </a:solidFill>
                <a:latin typeface="Arial"/>
                <a:ea typeface="Arial"/>
                <a:cs typeface="Arial"/>
              </a:rPr>
              <a:t xml:space="preserve">Costes acotados por el uso</a:t>
            </a:r>
            <a:endParaRPr lang="es-ES" sz="4200"/>
          </a:p>
        </p:txBody>
      </p:sp>
      <p:sp>
        <p:nvSpPr>
          <p:cNvPr id="3" name="Coste mensual"/>
          <p:cNvSpPr txBox="1"/>
          <p:nvPr/>
        </p:nvSpPr>
        <p:spPr>
          <a:xfrm>
            <a:off x="704850" y="2352675"/>
            <a:ext cx="5095875" cy="5143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550" b="1">
                <a:solidFill>
                  <a:srgbClr val="B39A6A"/>
                </a:solidFill>
                <a:latin typeface="Arial"/>
                <a:ea typeface="Arial"/>
                <a:cs typeface="Arial"/>
              </a:defRPr>
            </a:pPr>
            <a:r>
              <a:rPr lang="es-ES" sz="2550" b="1">
                <a:solidFill>
                  <a:srgbClr val="B39A6A"/>
                </a:solidFill>
                <a:latin typeface="Arial"/>
                <a:ea typeface="Arial"/>
                <a:cs typeface="Arial"/>
              </a:rPr>
              <a:t xml:space="preserve">Coste mensual</a:t>
            </a:r>
            <a:endParaRPr lang="es-ES" sz="2550"/>
          </a:p>
        </p:txBody>
      </p:sp>
      <p:sp>
        <p:nvSpPr>
          <p:cNvPr id="4" name="Alojamiento + minutos de voz + tokens del agente"/>
          <p:cNvSpPr txBox="1"/>
          <p:nvPr/>
        </p:nvSpPr>
        <p:spPr>
          <a:xfrm>
            <a:off x="704850" y="3095625"/>
            <a:ext cx="5095875" cy="1857375"/>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925" b="0">
                <a:solidFill>
                  <a:srgbClr val="E8E5DC"/>
                </a:solidFill>
                <a:latin typeface="Arial"/>
                <a:ea typeface="Arial"/>
                <a:cs typeface="Arial"/>
              </a:defRPr>
            </a:pPr>
            <a:r>
              <a:rPr lang="es-ES" sz="2925" b="0">
                <a:solidFill>
                  <a:srgbClr val="E8E5DC"/>
                </a:solidFill>
                <a:latin typeface="Arial"/>
                <a:ea typeface="Arial"/>
                <a:cs typeface="Arial"/>
              </a:rPr>
              <a:t xml:space="preserve">Alojamiento
+ minutos de voz
+ tokens del agente</a:t>
            </a:r>
            <a:endParaRPr lang="es-ES" sz="2925"/>
          </a:p>
        </p:txBody>
      </p:sp>
      <p:sp>
        <p:nvSpPr>
          <p:cNvPr id="5" name="El piloto medirá coste por usuario y por regla creada"/>
          <p:cNvSpPr txBox="1"/>
          <p:nvPr/>
        </p:nvSpPr>
        <p:spPr>
          <a:xfrm>
            <a:off x="704850" y="5334000"/>
            <a:ext cx="5334000" cy="885825"/>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025" b="0">
                <a:solidFill>
                  <a:srgbClr val="B5B1A8"/>
                </a:solidFill>
                <a:latin typeface="Arial"/>
                <a:ea typeface="Arial"/>
                <a:cs typeface="Arial"/>
              </a:defRPr>
            </a:pPr>
            <a:r>
              <a:rPr lang="es-ES" sz="2025" b="0">
                <a:solidFill>
                  <a:srgbClr val="B5B1A8"/>
                </a:solidFill>
                <a:latin typeface="Arial"/>
                <a:ea typeface="Arial"/>
                <a:cs typeface="Arial"/>
              </a:rPr>
              <a:t xml:space="preserve">El piloto medirá coste por usuario
y por regla creada</a:t>
            </a:r>
            <a:endParaRPr lang="es-ES" sz="2025"/>
          </a:p>
        </p:txBody>
      </p:sp>
      <p:sp>
        <p:nvSpPr>
          <p:cNvPr id="6" name="Decisiones de diseño"/>
          <p:cNvSpPr txBox="1"/>
          <p:nvPr/>
        </p:nvSpPr>
        <p:spPr>
          <a:xfrm>
            <a:off x="6905625" y="2352675"/>
            <a:ext cx="4572000" cy="5143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550" b="1">
                <a:solidFill>
                  <a:srgbClr val="53BA91"/>
                </a:solidFill>
                <a:latin typeface="Arial"/>
                <a:ea typeface="Arial"/>
                <a:cs typeface="Arial"/>
              </a:defRPr>
            </a:pPr>
            <a:r>
              <a:rPr lang="es-ES" sz="2550" b="1">
                <a:solidFill>
                  <a:srgbClr val="53BA91"/>
                </a:solidFill>
                <a:latin typeface="Arial"/>
                <a:ea typeface="Arial"/>
                <a:cs typeface="Arial"/>
              </a:rPr>
              <a:t xml:space="preserve">Decisiones de diseño</a:t>
            </a:r>
            <a:endParaRPr lang="es-ES" sz="2550"/>
          </a:p>
        </p:txBody>
      </p:sp>
      <p:sp>
        <p:nvSpPr>
          <p:cNvPr id="7" name="Feeds compartidos por mercado IA a demanda Límites de llamadas y tokens"/>
          <p:cNvSpPr txBox="1"/>
          <p:nvPr/>
        </p:nvSpPr>
        <p:spPr>
          <a:xfrm>
            <a:off x="6905625" y="3143250"/>
            <a:ext cx="4619625" cy="13906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175" b="0">
                <a:solidFill>
                  <a:srgbClr val="E8E5DC"/>
                </a:solidFill>
                <a:latin typeface="Arial"/>
                <a:ea typeface="Arial"/>
                <a:cs typeface="Arial"/>
              </a:defRPr>
            </a:pPr>
            <a:r>
              <a:rPr lang="es-ES" sz="2175" b="0">
                <a:solidFill>
                  <a:srgbClr val="E8E5DC"/>
                </a:solidFill>
                <a:latin typeface="Arial"/>
                <a:ea typeface="Arial"/>
                <a:cs typeface="Arial"/>
              </a:rPr>
              <a:t xml:space="preserve">Feeds compartidos por mercado
IA a demanda
Límites de llamadas y tokens</a:t>
            </a:r>
            <a:endParaRPr lang="es-ES" sz="2175"/>
          </a:p>
        </p:txBody>
      </p:sp>
      <p:sp>
        <p:nvSpPr>
          <p:cNvPr id="8" name="p95 de evaluación &lt; 100 ms"/>
          <p:cNvSpPr txBox="1"/>
          <p:nvPr/>
        </p:nvSpPr>
        <p:spPr>
          <a:xfrm>
            <a:off x="6905625" y="4905375"/>
            <a:ext cx="4619625" cy="5524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625" b="1">
                <a:solidFill>
                  <a:srgbClr val="E8E5DC"/>
                </a:solidFill>
                <a:latin typeface="Arial"/>
                <a:ea typeface="Arial"/>
                <a:cs typeface="Arial"/>
              </a:defRPr>
            </a:pPr>
            <a:r>
              <a:rPr lang="es-ES" sz="2625" b="1">
                <a:solidFill>
                  <a:srgbClr val="E8E5DC"/>
                </a:solidFill>
                <a:latin typeface="Arial"/>
                <a:ea typeface="Arial"/>
                <a:cs typeface="Arial"/>
              </a:rPr>
              <a:t xml:space="preserve">p95 de evaluación &lt; 100 ms</a:t>
            </a:r>
            <a:endParaRPr lang="es-ES" sz="2625"/>
          </a:p>
        </p:txBody>
      </p:sp>
      <p:sp>
        <p:nvSpPr>
          <p:cNvPr id="9" name="Objetivo de ingeniería, sin benchmark publicado"/>
          <p:cNvSpPr txBox="1"/>
          <p:nvPr/>
        </p:nvSpPr>
        <p:spPr>
          <a:xfrm>
            <a:off x="6905625" y="5572125"/>
            <a:ext cx="4619625" cy="6096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1575" b="0">
                <a:solidFill>
                  <a:srgbClr val="B5B1A8"/>
                </a:solidFill>
                <a:latin typeface="Arial"/>
                <a:ea typeface="Arial"/>
                <a:cs typeface="Arial"/>
              </a:defRPr>
            </a:pPr>
            <a:r>
              <a:rPr lang="es-ES" sz="1575" b="0">
                <a:solidFill>
                  <a:srgbClr val="B5B1A8"/>
                </a:solidFill>
                <a:latin typeface="Arial"/>
                <a:ea typeface="Arial"/>
                <a:cs typeface="Arial"/>
              </a:rPr>
              <a:t xml:space="preserve">Objetivo de ingeniería, sin benchmark publicado</a:t>
            </a:r>
            <a:endParaRPr lang="es-ES" sz="1575"/>
          </a:p>
        </p:txBody>
      </p:sp>
      <p:sp>
        <p:nvSpPr>
          <p:cNvPr id="10" name="Número de diapositiva"/>
          <p:cNvSpPr txBox="1"/>
          <p:nvPr/>
        </p:nvSpPr>
        <p:spPr>
          <a:xfrm>
            <a:off x="11334750" y="6486525"/>
            <a:ext cx="285750" cy="238125"/>
          </a:xfrm>
          <a:prstGeom prst="rect">
            <a:avLst/>
          </a:prstGeom>
          <a:noFill/>
          <a:ln>
            <a:noFill/>
          </a:ln>
        </p:spPr>
        <p:txBody>
          <a:bodyPr wrap="square" lIns="0" tIns="0" rIns="0" bIns="0" anchor="t">
            <a:noAutofit/>
          </a:bodyPr>
          <a:lstStyle/>
          <a:p>
            <a:pPr algn="r">
              <a:lnSpc>
                <a:spcPct val="112000"/>
              </a:lnSpc>
              <a:spcBef>
                <a:spcPts val="0"/>
              </a:spcBef>
              <a:spcAft>
                <a:spcPts val="0"/>
              </a:spcAft>
              <a:defRPr lang="es-ES" sz="1275" b="0">
                <a:solidFill>
                  <a:srgbClr val="B39A6A"/>
                </a:solidFill>
                <a:latin typeface="Arial"/>
                <a:ea typeface="Arial"/>
                <a:cs typeface="Arial"/>
              </a:defRPr>
            </a:pPr>
            <a:r>
              <a:rPr lang="es-ES" sz="1275" b="0">
                <a:solidFill>
                  <a:srgbClr val="B39A6A"/>
                </a:solidFill>
                <a:latin typeface="Arial"/>
                <a:ea typeface="Arial"/>
                <a:cs typeface="Arial"/>
              </a:rPr>
              <a:t xml:space="preserve">9</a:t>
            </a:r>
            <a:endParaRPr lang="es-ES" sz="1275"/>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fill="hold"/>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fill="hold"/>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50" fill="hold"/>
                                        <p:tgtEl>
                                          <p:spTgt spid="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50" fill="hold"/>
                                        <p:tgtEl>
                                          <p:spTgt spid="6"/>
                                        </p:tgtEl>
                                      </p:cBhvr>
                                    </p:animEffect>
                                  </p:childTnLst>
                                </p:cTn>
                              </p:par>
                              <p:par>
                                <p:cTn id="19" presetID="10"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50" fill="hold"/>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showMasterSp="0">
  <p:cSld name="Modelo de negocio">
    <p:bg>
      <p:bgPr>
        <a:solidFill>
          <a:srgbClr val="181713"/>
        </a:solidFill>
        <a:effectLst/>
      </p:bgPr>
    </p:bg>
    <p:spTree>
      <p:nvGrpSpPr>
        <p:cNvPr id="1" name=""/>
        <p:cNvGrpSpPr/>
        <p:nvPr/>
      </p:nvGrpSpPr>
      <p:grpSpPr>
        <a:xfrm>
          <a:off x="0" y="0"/>
          <a:ext cx="0" cy="0"/>
          <a:chOff x="0" y="0"/>
          <a:chExt cx="0" cy="0"/>
        </a:xfrm>
      </p:grpSpPr>
      <p:sp>
        <p:nvSpPr>
          <p:cNvPr id="2" name="Un piloto para validar utilidad y pago"/>
          <p:cNvSpPr txBox="1"/>
          <p:nvPr/>
        </p:nvSpPr>
        <p:spPr>
          <a:xfrm>
            <a:off x="685800" y="609600"/>
            <a:ext cx="10820400" cy="9525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4200" b="1">
                <a:solidFill>
                  <a:srgbClr val="E8E5DC"/>
                </a:solidFill>
                <a:latin typeface="Arial"/>
                <a:ea typeface="Arial"/>
                <a:cs typeface="Arial"/>
              </a:defRPr>
            </a:pPr>
            <a:r>
              <a:rPr lang="es-ES" sz="4200" b="1">
                <a:solidFill>
                  <a:srgbClr val="E8E5DC"/>
                </a:solidFill>
                <a:latin typeface="Arial"/>
                <a:ea typeface="Arial"/>
                <a:cs typeface="Arial"/>
              </a:rPr>
              <a:t xml:space="preserve">Un piloto para validar utilidad y pago</a:t>
            </a:r>
            <a:endParaRPr lang="es-ES" sz="4200"/>
          </a:p>
        </p:txBody>
      </p:sp>
      <p:sp>
        <p:nvSpPr>
          <p:cNvPr id="3" name="Hipótesis comercial"/>
          <p:cNvSpPr txBox="1"/>
          <p:nvPr/>
        </p:nvSpPr>
        <p:spPr>
          <a:xfrm>
            <a:off x="704850" y="1543050"/>
            <a:ext cx="10572750" cy="619125"/>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025" b="0">
                <a:solidFill>
                  <a:srgbClr val="B5B1A8"/>
                </a:solidFill>
                <a:latin typeface="Arial"/>
                <a:ea typeface="Arial"/>
                <a:cs typeface="Arial"/>
              </a:defRPr>
            </a:pPr>
            <a:r>
              <a:rPr lang="es-ES" sz="2025" b="0">
                <a:solidFill>
                  <a:srgbClr val="B5B1A8"/>
                </a:solidFill>
                <a:latin typeface="Arial"/>
                <a:ea typeface="Arial"/>
                <a:cs typeface="Arial"/>
              </a:rPr>
              <a:t xml:space="preserve">Hipótesis comercial</a:t>
            </a:r>
            <a:endParaRPr lang="es-ES" sz="2025"/>
          </a:p>
        </p:txBody>
      </p:sp>
      <p:sp>
        <p:nvSpPr>
          <p:cNvPr id="4" name="Cliente inicial"/>
          <p:cNvSpPr txBox="1"/>
          <p:nvPr/>
        </p:nvSpPr>
        <p:spPr>
          <a:xfrm>
            <a:off x="704850" y="2876550"/>
            <a:ext cx="3390900" cy="5524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400" b="1">
                <a:solidFill>
                  <a:srgbClr val="B39A6A"/>
                </a:solidFill>
                <a:latin typeface="Arial"/>
                <a:ea typeface="Arial"/>
                <a:cs typeface="Arial"/>
              </a:defRPr>
            </a:pPr>
            <a:r>
              <a:rPr lang="es-ES" sz="2400" b="1">
                <a:solidFill>
                  <a:srgbClr val="B39A6A"/>
                </a:solidFill>
                <a:latin typeface="Arial"/>
                <a:ea typeface="Arial"/>
                <a:cs typeface="Arial"/>
              </a:rPr>
              <a:t xml:space="preserve">Cliente inicial</a:t>
            </a:r>
            <a:endParaRPr lang="es-ES" sz="2400"/>
          </a:p>
        </p:txBody>
      </p:sp>
      <p:sp>
        <p:nvSpPr>
          <p:cNvPr id="5" name="Traders que siguen condiciones compuestas."/>
          <p:cNvSpPr txBox="1"/>
          <p:nvPr/>
        </p:nvSpPr>
        <p:spPr>
          <a:xfrm>
            <a:off x="704850" y="3743325"/>
            <a:ext cx="3390900" cy="1381125"/>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175" b="0">
                <a:solidFill>
                  <a:srgbClr val="E8E5DC"/>
                </a:solidFill>
                <a:latin typeface="Arial"/>
                <a:ea typeface="Arial"/>
                <a:cs typeface="Arial"/>
              </a:defRPr>
            </a:pPr>
            <a:r>
              <a:rPr lang="es-ES" sz="2175" b="0">
                <a:solidFill>
                  <a:srgbClr val="E8E5DC"/>
                </a:solidFill>
                <a:latin typeface="Arial"/>
                <a:ea typeface="Arial"/>
                <a:cs typeface="Arial"/>
              </a:rPr>
              <a:t xml:space="preserve">Traders que siguen
condiciones compuestas.</a:t>
            </a:r>
            <a:endParaRPr lang="es-ES" sz="2175"/>
          </a:p>
        </p:txBody>
      </p:sp>
      <p:sp>
        <p:nvSpPr>
          <p:cNvPr id="6" name="Suscripción"/>
          <p:cNvSpPr txBox="1"/>
          <p:nvPr/>
        </p:nvSpPr>
        <p:spPr>
          <a:xfrm>
            <a:off x="4419600" y="2876550"/>
            <a:ext cx="3390900" cy="5524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400" b="1">
                <a:solidFill>
                  <a:srgbClr val="B39A6A"/>
                </a:solidFill>
                <a:latin typeface="Arial"/>
                <a:ea typeface="Arial"/>
                <a:cs typeface="Arial"/>
              </a:defRPr>
            </a:pPr>
            <a:r>
              <a:rPr lang="es-ES" sz="2400" b="1">
                <a:solidFill>
                  <a:srgbClr val="B39A6A"/>
                </a:solidFill>
                <a:latin typeface="Arial"/>
                <a:ea typeface="Arial"/>
                <a:cs typeface="Arial"/>
              </a:rPr>
              <a:t xml:space="preserve">Suscripción</a:t>
            </a:r>
            <a:endParaRPr lang="es-ES" sz="2400"/>
          </a:p>
        </p:txBody>
      </p:sp>
      <p:sp>
        <p:nvSpPr>
          <p:cNvPr id="7" name="Reglas persistentes, historial y cuota de IA."/>
          <p:cNvSpPr txBox="1"/>
          <p:nvPr/>
        </p:nvSpPr>
        <p:spPr>
          <a:xfrm>
            <a:off x="4419600" y="3743325"/>
            <a:ext cx="3390900" cy="1381125"/>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175" b="0">
                <a:solidFill>
                  <a:srgbClr val="E8E5DC"/>
                </a:solidFill>
                <a:latin typeface="Arial"/>
                <a:ea typeface="Arial"/>
                <a:cs typeface="Arial"/>
              </a:defRPr>
            </a:pPr>
            <a:r>
              <a:rPr lang="es-ES" sz="2175" b="0">
                <a:solidFill>
                  <a:srgbClr val="E8E5DC"/>
                </a:solidFill>
                <a:latin typeface="Arial"/>
                <a:ea typeface="Arial"/>
                <a:cs typeface="Arial"/>
              </a:rPr>
              <a:t xml:space="preserve">Reglas persistentes,
historial y cuota de IA.</a:t>
            </a:r>
            <a:endParaRPr lang="es-ES" sz="2175"/>
          </a:p>
        </p:txBody>
      </p:sp>
      <p:sp>
        <p:nvSpPr>
          <p:cNvPr id="8" name="Piloto controlado"/>
          <p:cNvSpPr txBox="1"/>
          <p:nvPr/>
        </p:nvSpPr>
        <p:spPr>
          <a:xfrm>
            <a:off x="8134350" y="2876550"/>
            <a:ext cx="3390900" cy="5524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400" b="1">
                <a:solidFill>
                  <a:srgbClr val="B39A6A"/>
                </a:solidFill>
                <a:latin typeface="Arial"/>
                <a:ea typeface="Arial"/>
                <a:cs typeface="Arial"/>
              </a:defRPr>
            </a:pPr>
            <a:r>
              <a:rPr lang="es-ES" sz="2400" b="1">
                <a:solidFill>
                  <a:srgbClr val="B39A6A"/>
                </a:solidFill>
                <a:latin typeface="Arial"/>
                <a:ea typeface="Arial"/>
                <a:cs typeface="Arial"/>
              </a:rPr>
              <a:t xml:space="preserve">Piloto controlado</a:t>
            </a:r>
            <a:endParaRPr lang="es-ES" sz="2400"/>
          </a:p>
        </p:txBody>
      </p:sp>
      <p:sp>
        <p:nvSpPr>
          <p:cNvPr id="9" name="10 usuarios objetivo. Pruebas e entrevistas."/>
          <p:cNvSpPr txBox="1"/>
          <p:nvPr/>
        </p:nvSpPr>
        <p:spPr>
          <a:xfrm>
            <a:off x="8134350" y="3743325"/>
            <a:ext cx="3390900" cy="1381125"/>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175" b="0">
                <a:solidFill>
                  <a:srgbClr val="E8E5DC"/>
                </a:solidFill>
                <a:latin typeface="Arial"/>
                <a:ea typeface="Arial"/>
                <a:cs typeface="Arial"/>
              </a:defRPr>
            </a:pPr>
            <a:r>
              <a:rPr lang="es-ES" sz="2175" b="0">
                <a:solidFill>
                  <a:srgbClr val="E8E5DC"/>
                </a:solidFill>
                <a:latin typeface="Arial"/>
                <a:ea typeface="Arial"/>
                <a:cs typeface="Arial"/>
              </a:rPr>
              <a:t xml:space="preserve">10 usuarios objetivo.
Pruebas e entrevistas.</a:t>
            </a:r>
            <a:endParaRPr lang="es-ES" sz="2175"/>
          </a:p>
        </p:txBody>
      </p:sp>
      <p:sp>
        <p:nvSpPr>
          <p:cNvPr id="10" name="Mediremos creación de reglas, retorno a siete días e intención de pago"/>
          <p:cNvSpPr txBox="1"/>
          <p:nvPr/>
        </p:nvSpPr>
        <p:spPr>
          <a:xfrm>
            <a:off x="704850" y="5686425"/>
            <a:ext cx="10782300" cy="600075"/>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025" b="0">
                <a:solidFill>
                  <a:srgbClr val="B5B1A8"/>
                </a:solidFill>
                <a:latin typeface="Arial"/>
                <a:ea typeface="Arial"/>
                <a:cs typeface="Arial"/>
              </a:defRPr>
            </a:pPr>
            <a:r>
              <a:rPr lang="es-ES" sz="2025" b="0">
                <a:solidFill>
                  <a:srgbClr val="B5B1A8"/>
                </a:solidFill>
                <a:latin typeface="Arial"/>
                <a:ea typeface="Arial"/>
                <a:cs typeface="Arial"/>
              </a:rPr>
              <a:t xml:space="preserve">Mediremos creación de reglas, retorno a siete días e intención de pago</a:t>
            </a:r>
            <a:endParaRPr lang="es-ES" sz="2025"/>
          </a:p>
        </p:txBody>
      </p:sp>
      <p:sp>
        <p:nvSpPr>
          <p:cNvPr id="11" name="Número de diapositiva"/>
          <p:cNvSpPr txBox="1"/>
          <p:nvPr/>
        </p:nvSpPr>
        <p:spPr>
          <a:xfrm>
            <a:off x="11334750" y="6486525"/>
            <a:ext cx="285750" cy="238125"/>
          </a:xfrm>
          <a:prstGeom prst="rect">
            <a:avLst/>
          </a:prstGeom>
          <a:noFill/>
          <a:ln>
            <a:noFill/>
          </a:ln>
        </p:spPr>
        <p:txBody>
          <a:bodyPr wrap="square" lIns="0" tIns="0" rIns="0" bIns="0" anchor="t">
            <a:noAutofit/>
          </a:bodyPr>
          <a:lstStyle/>
          <a:p>
            <a:pPr algn="r">
              <a:lnSpc>
                <a:spcPct val="112000"/>
              </a:lnSpc>
              <a:spcBef>
                <a:spcPts val="0"/>
              </a:spcBef>
              <a:spcAft>
                <a:spcPts val="0"/>
              </a:spcAft>
              <a:defRPr lang="es-ES" sz="1275" b="0">
                <a:solidFill>
                  <a:srgbClr val="B39A6A"/>
                </a:solidFill>
                <a:latin typeface="Arial"/>
                <a:ea typeface="Arial"/>
                <a:cs typeface="Arial"/>
              </a:defRPr>
            </a:pPr>
            <a:r>
              <a:rPr lang="es-ES" sz="1275" b="0">
                <a:solidFill>
                  <a:srgbClr val="B39A6A"/>
                </a:solidFill>
                <a:latin typeface="Arial"/>
                <a:ea typeface="Arial"/>
                <a:cs typeface="Arial"/>
              </a:rPr>
              <a:t xml:space="preserve">10</a:t>
            </a:r>
            <a:endParaRPr lang="es-ES" sz="1275"/>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fill="hold"/>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450" fill="hold"/>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fill="hold"/>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fill="hold"/>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450" fill="hold"/>
                                        <p:tgtEl>
                                          <p:spTgt spid="8"/>
                                        </p:tgtEl>
                                      </p:cBhvr>
                                    </p:animEffect>
                                  </p:childTnLst>
                                </p:cTn>
                              </p:par>
                              <p:par>
                                <p:cTn id="24" presetID="10" presetClass="entr" presetSubtype="0" fill="hold" nodeType="with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450" fill="hold"/>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showMasterSp="0">
  <p:cSld name="Alcance y siguiente versión">
    <p:bg>
      <p:bgPr>
        <a:solidFill>
          <a:srgbClr val="181713"/>
        </a:solidFill>
        <a:effectLst/>
      </p:bgPr>
    </p:bg>
    <p:spTree>
      <p:nvGrpSpPr>
        <p:cNvPr id="1" name=""/>
        <p:cNvGrpSpPr/>
        <p:nvPr/>
      </p:nvGrpSpPr>
      <p:grpSpPr>
        <a:xfrm>
          <a:off x="0" y="0"/>
          <a:ext cx="0" cy="0"/>
          <a:chOff x="0" y="0"/>
          <a:chExt cx="0" cy="0"/>
        </a:xfrm>
      </p:grpSpPr>
      <p:sp>
        <p:nvSpPr>
          <p:cNvPr id="2" name="El MVP y la siguiente versión"/>
          <p:cNvSpPr txBox="1"/>
          <p:nvPr/>
        </p:nvSpPr>
        <p:spPr>
          <a:xfrm>
            <a:off x="685800" y="609600"/>
            <a:ext cx="10820400" cy="9525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4200" b="1">
                <a:solidFill>
                  <a:srgbClr val="E8E5DC"/>
                </a:solidFill>
                <a:latin typeface="Arial"/>
                <a:ea typeface="Arial"/>
                <a:cs typeface="Arial"/>
              </a:defRPr>
            </a:pPr>
            <a:r>
              <a:rPr lang="es-ES" sz="4200" b="1">
                <a:solidFill>
                  <a:srgbClr val="E8E5DC"/>
                </a:solidFill>
                <a:latin typeface="Arial"/>
                <a:ea typeface="Arial"/>
                <a:cs typeface="Arial"/>
              </a:rPr>
              <a:t xml:space="preserve">El MVP y la siguiente versión</a:t>
            </a:r>
            <a:endParaRPr lang="es-ES" sz="4200"/>
          </a:p>
        </p:txBody>
      </p:sp>
      <p:sp>
        <p:nvSpPr>
          <p:cNvPr id="3" name="Implementado en el código"/>
          <p:cNvSpPr txBox="1"/>
          <p:nvPr/>
        </p:nvSpPr>
        <p:spPr>
          <a:xfrm>
            <a:off x="704850" y="2400300"/>
            <a:ext cx="5286375" cy="5524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400" b="1">
                <a:solidFill>
                  <a:srgbClr val="53BA91"/>
                </a:solidFill>
                <a:latin typeface="Arial"/>
                <a:ea typeface="Arial"/>
                <a:cs typeface="Arial"/>
              </a:defRPr>
            </a:pPr>
            <a:r>
              <a:rPr lang="es-ES" sz="2400" b="1">
                <a:solidFill>
                  <a:srgbClr val="53BA91"/>
                </a:solidFill>
                <a:latin typeface="Arial"/>
                <a:ea typeface="Arial"/>
                <a:cs typeface="Arial"/>
              </a:rPr>
              <a:t xml:space="preserve">Implementado en el código</a:t>
            </a:r>
            <a:endParaRPr lang="es-ES" sz="2400"/>
          </a:p>
        </p:txBody>
      </p:sp>
      <p:sp>
        <p:nvSpPr>
          <p:cNvPr id="4" name="Entrada por voz y texto Agente con herramientas Evaluación determinista Historia"/>
          <p:cNvSpPr txBox="1"/>
          <p:nvPr/>
        </p:nvSpPr>
        <p:spPr>
          <a:xfrm>
            <a:off x="704850" y="3276600"/>
            <a:ext cx="5143500" cy="2028825"/>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250" b="0">
                <a:solidFill>
                  <a:srgbClr val="E8E5DC"/>
                </a:solidFill>
                <a:latin typeface="Arial"/>
                <a:ea typeface="Arial"/>
                <a:cs typeface="Arial"/>
              </a:defRPr>
            </a:pPr>
            <a:r>
              <a:rPr lang="es-ES" sz="2250" b="0">
                <a:solidFill>
                  <a:srgbClr val="E8E5DC"/>
                </a:solidFill>
                <a:latin typeface="Arial"/>
                <a:ea typeface="Arial"/>
                <a:cs typeface="Arial"/>
              </a:rPr>
              <a:t xml:space="preserve">Entrada por voz y texto
Agente con herramientas
Evaluación determinista
Historial con evidencia</a:t>
            </a:r>
            <a:endParaRPr lang="es-ES" sz="2250"/>
          </a:p>
        </p:txBody>
      </p:sp>
      <p:sp>
        <p:nvSpPr>
          <p:cNvPr id="5" name="Siguiente versión"/>
          <p:cNvSpPr txBox="1"/>
          <p:nvPr/>
        </p:nvSpPr>
        <p:spPr>
          <a:xfrm>
            <a:off x="6924675" y="2400300"/>
            <a:ext cx="4552950" cy="5524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400" b="1">
                <a:solidFill>
                  <a:srgbClr val="B39A6A"/>
                </a:solidFill>
                <a:latin typeface="Arial"/>
                <a:ea typeface="Arial"/>
                <a:cs typeface="Arial"/>
              </a:defRPr>
            </a:pPr>
            <a:r>
              <a:rPr lang="es-ES" sz="2400" b="1">
                <a:solidFill>
                  <a:srgbClr val="B39A6A"/>
                </a:solidFill>
                <a:latin typeface="Arial"/>
                <a:ea typeface="Arial"/>
                <a:cs typeface="Arial"/>
              </a:rPr>
              <a:t xml:space="preserve">Siguiente versión</a:t>
            </a:r>
            <a:endParaRPr lang="es-ES" sz="2400"/>
          </a:p>
        </p:txBody>
      </p:sp>
      <p:sp>
        <p:nvSpPr>
          <p:cNvPr id="6" name="Cuentas y permisos por usuario Entrega externa de notificaciones Validación de c"/>
          <p:cNvSpPr txBox="1"/>
          <p:nvPr/>
        </p:nvSpPr>
        <p:spPr>
          <a:xfrm>
            <a:off x="6924675" y="3276600"/>
            <a:ext cx="4552950" cy="2124075"/>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175" b="0">
                <a:solidFill>
                  <a:srgbClr val="E8E5DC"/>
                </a:solidFill>
                <a:latin typeface="Arial"/>
                <a:ea typeface="Arial"/>
                <a:cs typeface="Arial"/>
              </a:defRPr>
            </a:pPr>
            <a:r>
              <a:rPr lang="es-ES" sz="2175" b="0">
                <a:solidFill>
                  <a:srgbClr val="E8E5DC"/>
                </a:solidFill>
                <a:latin typeface="Arial"/>
                <a:ea typeface="Arial"/>
                <a:cs typeface="Arial"/>
              </a:rPr>
              <a:t xml:space="preserve">Cuentas y permisos por usuario
Entrega externa de notificaciones
Validación de costes y latencia
Más modalidades con utilidad</a:t>
            </a:r>
            <a:endParaRPr lang="es-ES" sz="2175"/>
          </a:p>
        </p:txBody>
      </p:sp>
      <p:sp>
        <p:nvSpPr>
          <p:cNvPr id="7" name="Monitorización sin órdenes ni claves de trading"/>
          <p:cNvSpPr txBox="1"/>
          <p:nvPr/>
        </p:nvSpPr>
        <p:spPr>
          <a:xfrm>
            <a:off x="704850" y="5886450"/>
            <a:ext cx="10782300" cy="4572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100" b="0">
                <a:solidFill>
                  <a:srgbClr val="B5B1A8"/>
                </a:solidFill>
                <a:latin typeface="Arial"/>
                <a:ea typeface="Arial"/>
                <a:cs typeface="Arial"/>
              </a:defRPr>
            </a:pPr>
            <a:r>
              <a:rPr lang="es-ES" sz="2100" b="0">
                <a:solidFill>
                  <a:srgbClr val="B5B1A8"/>
                </a:solidFill>
                <a:latin typeface="Arial"/>
                <a:ea typeface="Arial"/>
                <a:cs typeface="Arial"/>
              </a:rPr>
              <a:t xml:space="preserve">Monitorización sin órdenes ni claves de trading</a:t>
            </a:r>
            <a:endParaRPr lang="es-ES" sz="2100"/>
          </a:p>
        </p:txBody>
      </p:sp>
      <p:sp>
        <p:nvSpPr>
          <p:cNvPr id="8" name="Número de diapositiva"/>
          <p:cNvSpPr txBox="1"/>
          <p:nvPr/>
        </p:nvSpPr>
        <p:spPr>
          <a:xfrm>
            <a:off x="11334750" y="6486525"/>
            <a:ext cx="285750" cy="238125"/>
          </a:xfrm>
          <a:prstGeom prst="rect">
            <a:avLst/>
          </a:prstGeom>
          <a:noFill/>
          <a:ln>
            <a:noFill/>
          </a:ln>
        </p:spPr>
        <p:txBody>
          <a:bodyPr wrap="square" lIns="0" tIns="0" rIns="0" bIns="0" anchor="t">
            <a:noAutofit/>
          </a:bodyPr>
          <a:lstStyle/>
          <a:p>
            <a:pPr algn="r">
              <a:lnSpc>
                <a:spcPct val="112000"/>
              </a:lnSpc>
              <a:spcBef>
                <a:spcPts val="0"/>
              </a:spcBef>
              <a:spcAft>
                <a:spcPts val="0"/>
              </a:spcAft>
              <a:defRPr lang="es-ES" sz="1275" b="0">
                <a:solidFill>
                  <a:srgbClr val="B39A6A"/>
                </a:solidFill>
                <a:latin typeface="Arial"/>
                <a:ea typeface="Arial"/>
                <a:cs typeface="Arial"/>
              </a:defRPr>
            </a:pPr>
            <a:r>
              <a:rPr lang="es-ES" sz="1275" b="0">
                <a:solidFill>
                  <a:srgbClr val="B39A6A"/>
                </a:solidFill>
                <a:latin typeface="Arial"/>
                <a:ea typeface="Arial"/>
                <a:cs typeface="Arial"/>
              </a:rPr>
              <a:t xml:space="preserve">11</a:t>
            </a:r>
            <a:endParaRPr lang="es-ES" sz="1275"/>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fill="hold"/>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fill="hold"/>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50" fill="hold"/>
                                        <p:tgtEl>
                                          <p:spTgt spid="5"/>
                                        </p:tgtEl>
                                      </p:cBhvr>
                                    </p:animEffect>
                                  </p:childTnLst>
                                </p:cTn>
                              </p:par>
                              <p:par>
                                <p:cTn id="16" presetID="10" presetClass="entr" presetSubtype="0" fill="hold"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50" fill="hold"/>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showMasterSp="0">
  <p:cSld name="Cierre">
    <p:bg>
      <p:bgPr>
        <a:solidFill>
          <a:srgbClr val="181713"/>
        </a:solidFill>
        <a:effectLst/>
      </p:bgPr>
    </p:bg>
    <p:spTree>
      <p:nvGrpSpPr>
        <p:cNvPr id="1" name=""/>
        <p:cNvGrpSpPr/>
        <p:nvPr/>
      </p:nvGrpSpPr>
      <p:grpSpPr>
        <a:xfrm>
          <a:off x="0" y="0"/>
          <a:ext cx="0" cy="0"/>
          <a:chOff x="0" y="0"/>
          <a:chExt cx="0" cy="0"/>
        </a:xfrm>
      </p:grpSpPr>
      <p:pic>
        <p:nvPicPr>
          <p:cNvPr id="2" name="liquid-background.png"/>
          <p:cNvPicPr>
            <a:picLocks noChangeAspect="1"/>
          </p:cNvPicPr>
          <p:nvPr/>
        </p:nvPicPr>
        <p:blipFill>
          <a:blip r:embed="rId2"/>
          <a:stretch>
            <a:fillRect/>
          </a:stretch>
        </p:blipFill>
        <p:spPr>
          <a:xfrm>
            <a:off x="0" y="0"/>
            <a:ext cx="12192000" cy="6858000"/>
          </a:xfrm>
          <a:prstGeom prst="rect">
            <a:avLst/>
          </a:prstGeom>
          <a:ln>
            <a:noFill/>
          </a:ln>
        </p:spPr>
      </p:pic>
      <p:sp>
        <p:nvSpPr>
          <p:cNvPr id="3" name="HYPE RADAR"/>
          <p:cNvSpPr txBox="1"/>
          <p:nvPr/>
        </p:nvSpPr>
        <p:spPr>
          <a:xfrm>
            <a:off x="704850" y="1752600"/>
            <a:ext cx="8382000" cy="108585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6600" b="1">
                <a:solidFill>
                  <a:srgbClr val="E8E5DC"/>
                </a:solidFill>
                <a:latin typeface="Arial"/>
                <a:ea typeface="Arial"/>
                <a:cs typeface="Arial"/>
              </a:defRPr>
            </a:pPr>
            <a:r>
              <a:rPr lang="es-ES" sz="6600" b="1">
                <a:solidFill>
                  <a:srgbClr val="E8E5DC"/>
                </a:solidFill>
                <a:latin typeface="Arial"/>
                <a:ea typeface="Arial"/>
                <a:cs typeface="Arial"/>
              </a:rPr>
              <a:t xml:space="preserve">HYPE RADAR</a:t>
            </a:r>
            <a:endParaRPr lang="es-ES" sz="6600"/>
          </a:p>
        </p:txBody>
      </p:sp>
      <p:sp>
        <p:nvSpPr>
          <p:cNvPr id="4" name="Tu condición de mercado. La evidencia para revisarla."/>
          <p:cNvSpPr txBox="1"/>
          <p:nvPr/>
        </p:nvSpPr>
        <p:spPr>
          <a:xfrm>
            <a:off x="742950" y="3143250"/>
            <a:ext cx="7953375" cy="14097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3450" b="0">
                <a:solidFill>
                  <a:srgbClr val="E8E5DC"/>
                </a:solidFill>
                <a:latin typeface="Arial"/>
                <a:ea typeface="Arial"/>
                <a:cs typeface="Arial"/>
              </a:defRPr>
            </a:pPr>
            <a:r>
              <a:rPr lang="es-ES" sz="3450" b="0">
                <a:solidFill>
                  <a:srgbClr val="E8E5DC"/>
                </a:solidFill>
                <a:latin typeface="Arial"/>
                <a:ea typeface="Arial"/>
                <a:cs typeface="Arial"/>
              </a:rPr>
              <a:t xml:space="preserve">Tu condición de mercado.
La evidencia para revisarla.</a:t>
            </a:r>
            <a:endParaRPr lang="es-ES" sz="3450"/>
          </a:p>
        </p:txBody>
      </p:sp>
      <p:sp>
        <p:nvSpPr>
          <p:cNvPr id="5" name="MVP FinTech multimodal"/>
          <p:cNvSpPr txBox="1"/>
          <p:nvPr/>
        </p:nvSpPr>
        <p:spPr>
          <a:xfrm>
            <a:off x="742950" y="5143500"/>
            <a:ext cx="7048500" cy="428625"/>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2100" b="0">
                <a:solidFill>
                  <a:srgbClr val="B39A6A"/>
                </a:solidFill>
                <a:latin typeface="Arial"/>
                <a:ea typeface="Arial"/>
                <a:cs typeface="Arial"/>
              </a:defRPr>
            </a:pPr>
            <a:r>
              <a:rPr lang="es-ES" sz="2100" b="0">
                <a:solidFill>
                  <a:srgbClr val="B39A6A"/>
                </a:solidFill>
                <a:latin typeface="Arial"/>
                <a:ea typeface="Arial"/>
                <a:cs typeface="Arial"/>
              </a:rPr>
              <a:t xml:space="preserve">MVP FinTech multimodal</a:t>
            </a:r>
            <a:endParaRPr lang="es-ES" sz="2100"/>
          </a:p>
        </p:txBody>
      </p:sp>
      <p:sp>
        <p:nvSpPr>
          <p:cNvPr id="6" name="github.com/JaviChulvi/hype-radar"/>
          <p:cNvSpPr txBox="1"/>
          <p:nvPr/>
        </p:nvSpPr>
        <p:spPr>
          <a:xfrm>
            <a:off x="742950" y="5791200"/>
            <a:ext cx="7143750" cy="457200"/>
          </a:xfrm>
          <a:prstGeom prst="rect">
            <a:avLst/>
          </a:prstGeom>
          <a:noFill/>
          <a:ln>
            <a:noFill/>
          </a:ln>
        </p:spPr>
        <p:txBody>
          <a:bodyPr wrap="square" lIns="0" tIns="0" rIns="0" bIns="0" anchor="t">
            <a:noAutofit/>
          </a:bodyPr>
          <a:lstStyle/>
          <a:p>
            <a:pPr algn="l">
              <a:lnSpc>
                <a:spcPct val="112000"/>
              </a:lnSpc>
              <a:spcBef>
                <a:spcPts val="0"/>
              </a:spcBef>
              <a:spcAft>
                <a:spcPts val="0"/>
              </a:spcAft>
              <a:defRPr lang="es-ES" sz="1875" b="0">
                <a:solidFill>
                  <a:srgbClr val="B5B1A8"/>
                </a:solidFill>
                <a:latin typeface="Arial"/>
                <a:ea typeface="Arial"/>
                <a:cs typeface="Arial"/>
              </a:defRPr>
            </a:pPr>
            <a:r>
              <a:rPr lang="es-ES" sz="1875" b="0">
                <a:solidFill>
                  <a:srgbClr val="B5B1A8"/>
                </a:solidFill>
                <a:latin typeface="Arial"/>
                <a:ea typeface="Arial"/>
                <a:cs typeface="Arial"/>
                <a:hlinkClick r:id="rId3"/>
              </a:rPr>
              <a:t xml:space="preserve">github.com/JaviChulvi/hype-radar</a:t>
            </a:r>
            <a:endParaRPr lang="es-ES" sz="1875"/>
          </a:p>
        </p:txBody>
      </p:sp>
      <p:sp>
        <p:nvSpPr>
          <p:cNvPr id="7" name="Número de diapositiva"/>
          <p:cNvSpPr txBox="1"/>
          <p:nvPr/>
        </p:nvSpPr>
        <p:spPr>
          <a:xfrm>
            <a:off x="11334750" y="6486525"/>
            <a:ext cx="285750" cy="238125"/>
          </a:xfrm>
          <a:prstGeom prst="rect">
            <a:avLst/>
          </a:prstGeom>
          <a:noFill/>
          <a:ln>
            <a:noFill/>
          </a:ln>
        </p:spPr>
        <p:txBody>
          <a:bodyPr wrap="square" lIns="0" tIns="0" rIns="0" bIns="0" anchor="t">
            <a:noAutofit/>
          </a:bodyPr>
          <a:lstStyle/>
          <a:p>
            <a:pPr algn="r">
              <a:lnSpc>
                <a:spcPct val="112000"/>
              </a:lnSpc>
              <a:spcBef>
                <a:spcPts val="0"/>
              </a:spcBef>
              <a:spcAft>
                <a:spcPts val="0"/>
              </a:spcAft>
              <a:defRPr lang="es-ES" sz="1275" b="0">
                <a:solidFill>
                  <a:srgbClr val="B39A6A"/>
                </a:solidFill>
                <a:latin typeface="Arial"/>
                <a:ea typeface="Arial"/>
                <a:cs typeface="Arial"/>
              </a:defRPr>
            </a:pPr>
            <a:r>
              <a:rPr lang="es-ES" sz="1275" b="0">
                <a:solidFill>
                  <a:srgbClr val="B39A6A"/>
                </a:solidFill>
                <a:latin typeface="Arial"/>
                <a:ea typeface="Arial"/>
                <a:cs typeface="Arial"/>
              </a:rPr>
              <a:t xml:space="preserve">12</a:t>
            </a:r>
            <a:endParaRPr lang="es-ES" sz="1275"/>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fill="hold"/>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xmlns:r="http://schemas.openxmlformats.org/officeDocument/2006/relationships" name="Black">
  <a:themeElements>
    <a:clrScheme name="Black">
      <a:dk1>
        <a:srgbClr val="000000"/>
      </a:dk1>
      <a:lt1>
        <a:srgbClr val="FFFFFF"/>
      </a:lt1>
      <a:dk2>
        <a:srgbClr val="434343"/>
      </a:dk2>
      <a:lt2>
        <a:srgbClr val="A9A9A9"/>
      </a:lt2>
      <a:accent1>
        <a:srgbClr val="0076BA"/>
      </a:accent1>
      <a:accent2>
        <a:srgbClr val="00A89D"/>
      </a:accent2>
      <a:accent3>
        <a:srgbClr val="1DB100"/>
      </a:accent3>
      <a:accent4>
        <a:srgbClr val="F8BA00"/>
      </a:accent4>
      <a:accent5>
        <a:srgbClr val="EE220C"/>
      </a:accent5>
      <a:accent6>
        <a:srgbClr val="CB297B"/>
      </a:accent6>
      <a:hlink>
        <a:srgbClr val="B39A6A"/>
      </a:hlink>
      <a:folHlink>
        <a:srgbClr val="B39A6A"/>
      </a:folHlink>
    </a:clrScheme>
    <a:fontScheme name="Black">
      <a:majorFont>
        <a:latin typeface="Helvetica Neue Medium"/>
        <a:ea typeface="Helvetica Neue Medium"/>
        <a:cs typeface="Helvetica Neue Medium"/>
      </a:majorFont>
      <a:minorFont>
        <a:latin typeface="Helvetica Neue Medium"/>
        <a:ea typeface="Helvetica Neue Medium"/>
        <a:cs typeface="Helvetica Neue Medium"/>
      </a:minorFont>
    </a:fontScheme>
    <a:fmtScheme name="Black">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lumOff val="13529"/>
          </a:schemeClr>
        </a:solidFill>
        <a:ln w="3175" cap="flat">
          <a:noFill/>
          <a:miter lim="400000"/>
        </a:ln>
        <a:effectLst/>
        <a:sp3d/>
      </a:spPr>
      <a:bodyPr rot="0" spcFirstLastPara="1" vertOverflow="overflow" horzOverflow="overflow" vert="horz" wrap="square" lIns="22577" tIns="22577" rIns="22577" bIns="22577" numCol="1" spcCol="38100" rtlCol="0" anchor="ctr" upright="0">
        <a:spAutoFit/>
      </a:bodyPr>
      <a:lstStyle>
        <a:defPPr marL="0" marR="0" indent="0" algn="ctr" defTabSz="550333" rtl="0" fontAlgn="auto" latinLnBrk="0" hangingPunct="0">
          <a:lnSpc>
            <a:spcPct val="100000"/>
          </a:lnSpc>
          <a:spcBef>
            <a:spcPts val="0"/>
          </a:spcBef>
          <a:spcAft>
            <a:spcPts val="0"/>
          </a:spcAft>
          <a:buClrTx/>
          <a:buSzTx/>
          <a:buFontTx/>
          <a:buNone/>
          <a:tabLst/>
          <a:defRPr b="0" baseline="0" cap="none" i="0" spc="0" strike="noStrike" sz="2000" u="none" kumimoji="0" normalizeH="0">
            <a:ln>
              <a:noFill/>
            </a:ln>
            <a:solidFill>
              <a:srgbClr val="FFFFFF"/>
            </a:solidFill>
            <a:effectLst/>
            <a:uFillTx/>
            <a:latin typeface="+mn-lt"/>
            <a:ea typeface="+mn-ea"/>
            <a:cs typeface="+mn-cs"/>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3175" cap="flat">
          <a:solidFill>
            <a:srgbClr val="FFFFFF"/>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3175" cap="flat">
          <a:noFill/>
          <a:miter lim="400000"/>
        </a:ln>
        <a:effectLst/>
        <a:sp3d/>
      </a:spPr>
      <a:bodyPr rot="0" spcFirstLastPara="1" vertOverflow="overflow" horzOverflow="overflow" vert="horz" wrap="square" lIns="22577" tIns="22577" rIns="22577" bIns="22577" numCol="1" spcCol="38100" rtlCol="0" anchor="ctr" upright="0">
        <a:spAutoFit/>
      </a:bodyPr>
      <a:lstStyle>
        <a:defPPr marL="0" marR="0" indent="0" algn="l" defTabSz="550333" rtl="0" fontAlgn="auto" latinLnBrk="0" hangingPunct="0">
          <a:lnSpc>
            <a:spcPct val="100000"/>
          </a:lnSpc>
          <a:spcBef>
            <a:spcPts val="3900"/>
          </a:spcBef>
          <a:spcAft>
            <a:spcPts val="0"/>
          </a:spcAft>
          <a:buClrTx/>
          <a:buSzTx/>
          <a:buFontTx/>
          <a:buNone/>
          <a:tabLst/>
          <a:defRPr b="0" baseline="0" cap="none" i="0" spc="0" strike="noStrike" sz="3200" u="none" kumimoji="0" normalizeH="0">
            <a:ln>
              <a:noFill/>
            </a:ln>
            <a:solidFill>
              <a:srgbClr val="FFFFFF"/>
            </a:solidFill>
            <a:effectLst/>
            <a:uFillTx/>
            <a:latin typeface="Helvetica Neue"/>
            <a:ea typeface="Helvetica Neue"/>
            <a:cs typeface="Helvetica Neue"/>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Black">
  <a:themeElements>
    <a:clrScheme name="Black">
      <a:dk1>
        <a:srgbClr val="000000"/>
      </a:dk1>
      <a:lt1>
        <a:srgbClr val="FFFFFF"/>
      </a:lt1>
      <a:dk2>
        <a:srgbClr val="434343"/>
      </a:dk2>
      <a:lt2>
        <a:srgbClr val="A9A9A9"/>
      </a:lt2>
      <a:accent1>
        <a:srgbClr val="0076BA"/>
      </a:accent1>
      <a:accent2>
        <a:srgbClr val="00A89D"/>
      </a:accent2>
      <a:accent3>
        <a:srgbClr val="1DB100"/>
      </a:accent3>
      <a:accent4>
        <a:srgbClr val="F8BA00"/>
      </a:accent4>
      <a:accent5>
        <a:srgbClr val="EE220C"/>
      </a:accent5>
      <a:accent6>
        <a:srgbClr val="CB297B"/>
      </a:accent6>
      <a:hlink>
        <a:srgbClr val="0000FF"/>
      </a:hlink>
      <a:folHlink>
        <a:srgbClr val="FF00FF"/>
      </a:folHlink>
    </a:clrScheme>
    <a:fontScheme name="Black">
      <a:majorFont>
        <a:latin typeface="Helvetica Neue Medium"/>
        <a:ea typeface="Helvetica Neue Medium"/>
        <a:cs typeface="Helvetica Neue Medium"/>
      </a:majorFont>
      <a:minorFont>
        <a:latin typeface="Helvetica Neue Medium"/>
        <a:ea typeface="Helvetica Neue Medium"/>
        <a:cs typeface="Helvetica Neue Medium"/>
      </a:minorFont>
    </a:fontScheme>
    <a:fmtScheme name="Black">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lumOff val="13529"/>
          </a:schemeClr>
        </a:solidFill>
        <a:ln w="3175" cap="flat">
          <a:noFill/>
          <a:miter lim="400000"/>
        </a:ln>
        <a:effectLst/>
        <a:sp3d/>
      </a:spPr>
      <a:bodyPr rot="0" spcFirstLastPara="1" vertOverflow="overflow" horzOverflow="overflow" vert="horz" wrap="square" lIns="22577" tIns="22577" rIns="22577" bIns="22577" numCol="1" spcCol="38100" rtlCol="0" anchor="ctr" upright="0">
        <a:spAutoFit/>
      </a:bodyPr>
      <a:lstStyle>
        <a:defPPr marL="0" marR="0" indent="0" algn="ctr" defTabSz="550333" rtl="0" fontAlgn="auto" latinLnBrk="0" hangingPunct="0">
          <a:lnSpc>
            <a:spcPct val="100000"/>
          </a:lnSpc>
          <a:spcBef>
            <a:spcPts val="0"/>
          </a:spcBef>
          <a:spcAft>
            <a:spcPts val="0"/>
          </a:spcAft>
          <a:buClrTx/>
          <a:buSzTx/>
          <a:buFontTx/>
          <a:buNone/>
          <a:tabLst/>
          <a:defRPr b="0" baseline="0" cap="none" i="0" spc="0" strike="noStrike" sz="2000" u="none" kumimoji="0" normalizeH="0">
            <a:ln>
              <a:noFill/>
            </a:ln>
            <a:solidFill>
              <a:srgbClr val="FFFFFF"/>
            </a:solidFill>
            <a:effectLst/>
            <a:uFillTx/>
            <a:latin typeface="+mn-lt"/>
            <a:ea typeface="+mn-ea"/>
            <a:cs typeface="+mn-cs"/>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3175" cap="flat">
          <a:solidFill>
            <a:srgbClr val="FFFFFF"/>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3175" cap="flat">
          <a:noFill/>
          <a:miter lim="400000"/>
        </a:ln>
        <a:effectLst/>
        <a:sp3d/>
      </a:spPr>
      <a:bodyPr rot="0" spcFirstLastPara="1" vertOverflow="overflow" horzOverflow="overflow" vert="horz" wrap="square" lIns="22577" tIns="22577" rIns="22577" bIns="22577" numCol="1" spcCol="38100" rtlCol="0" anchor="ctr" upright="0">
        <a:spAutoFit/>
      </a:bodyPr>
      <a:lstStyle>
        <a:defPPr marL="0" marR="0" indent="0" algn="l" defTabSz="550333" rtl="0" fontAlgn="auto" latinLnBrk="0" hangingPunct="0">
          <a:lnSpc>
            <a:spcPct val="100000"/>
          </a:lnSpc>
          <a:spcBef>
            <a:spcPts val="3900"/>
          </a:spcBef>
          <a:spcAft>
            <a:spcPts val="0"/>
          </a:spcAft>
          <a:buClrTx/>
          <a:buSzTx/>
          <a:buFontTx/>
          <a:buNone/>
          <a:tabLst/>
          <a:defRPr b="0" baseline="0" cap="none" i="0" spc="0" strike="noStrike" sz="3200" u="none" kumimoji="0" normalizeH="0">
            <a:ln>
              <a:noFill/>
            </a:ln>
            <a:solidFill>
              <a:srgbClr val="FFFFFF"/>
            </a:solidFill>
            <a:effectLst/>
            <a:uFillTx/>
            <a:latin typeface="Helvetica Neue"/>
            <a:ea typeface="Helvetica Neue"/>
            <a:cs typeface="Helvetica Neue"/>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dc:title>Hype Radar - Pitch FinTech multimodal</dc:title>
  <dc:subject>Taller B5-T4</dc:subject>
  <dc:creator>Hype Radar</dc:creator>
  <dc:description>Presentación en español con transiciones y revelados nativos. Paleta de la plataforma. Ejemplos ilustrativos identificados.</dc:description>
</cp:coreProperties>
</file>